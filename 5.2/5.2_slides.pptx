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888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0" roundtripDataSignature="AMtx7mj6msVwam4+kOJSTbLb61ZpMEm4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D25557-FB94-4EFA-8274-119BB3412A41}">
  <a:tblStyle styleId="{D5D25557-FB94-4EFA-8274-119BB3412A4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EF"/>
          </a:solidFill>
        </a:fill>
      </a:tcStyle>
    </a:wholeTbl>
    <a:band1H>
      <a:tcTxStyle/>
      <a:tcStyle>
        <a:fill>
          <a:solidFill>
            <a:srgbClr val="CADDDD"/>
          </a:solidFill>
        </a:fill>
      </a:tcStyle>
    </a:band1H>
    <a:band2H>
      <a:tcTxStyle/>
    </a:band2H>
    <a:band1V>
      <a:tcTxStyle/>
      <a:tcStyle>
        <a:fill>
          <a:solidFill>
            <a:srgbClr val="CADDDD"/>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figures</a:t>
            </a:r>
            <a:endParaRPr/>
          </a:p>
        </p:txBody>
      </p:sp>
      <p:sp>
        <p:nvSpPr>
          <p:cNvPr id="115" name="Google Shape;11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Picture source : https://www.mdpi.com/2079-9292/13/13/2654</a:t>
            </a:r>
            <a:endParaRPr/>
          </a:p>
        </p:txBody>
      </p:sp>
      <p:sp>
        <p:nvSpPr>
          <p:cNvPr id="128" name="Google Shape;12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data before and after spoofing </a:t>
            </a:r>
            <a:endParaRPr/>
          </a:p>
        </p:txBody>
      </p:sp>
      <p:sp>
        <p:nvSpPr>
          <p:cNvPr id="165" name="Google Shape;16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9ea01912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c9ea01912d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data before and after spoofing </a:t>
            </a:r>
            <a:endParaRPr/>
          </a:p>
        </p:txBody>
      </p:sp>
      <p:sp>
        <p:nvSpPr>
          <p:cNvPr id="174" name="Google Shape;174;g3c9ea01912d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grpSp>
        <p:nvGrpSpPr>
          <p:cNvPr id="20" name="Google Shape;20;p17"/>
          <p:cNvGrpSpPr/>
          <p:nvPr/>
        </p:nvGrpSpPr>
        <p:grpSpPr>
          <a:xfrm>
            <a:off x="7516443" y="4145281"/>
            <a:ext cx="4686117" cy="2731407"/>
            <a:chOff x="5638800" y="3108960"/>
            <a:chExt cx="3515503" cy="2048555"/>
          </a:xfrm>
        </p:grpSpPr>
        <p:cxnSp>
          <p:nvCxnSpPr>
            <p:cNvPr id="21" name="Google Shape;21;p17"/>
            <p:cNvCxnSpPr/>
            <p:nvPr/>
          </p:nvCxnSpPr>
          <p:spPr>
            <a:xfrm flipH="1" rot="10800000">
              <a:off x="5638800" y="3108960"/>
              <a:ext cx="3515503" cy="2037116"/>
            </a:xfrm>
            <a:prstGeom prst="straightConnector1">
              <a:avLst/>
            </a:prstGeom>
            <a:noFill/>
            <a:ln cap="flat" cmpd="sng" w="38100">
              <a:solidFill>
                <a:srgbClr val="007272"/>
              </a:solidFill>
              <a:prstDash val="solid"/>
              <a:miter lim="800000"/>
              <a:headEnd len="sm" w="sm" type="none"/>
              <a:tailEnd len="sm" w="sm" type="none"/>
            </a:ln>
          </p:spPr>
        </p:cxnSp>
        <p:cxnSp>
          <p:nvCxnSpPr>
            <p:cNvPr id="22" name="Google Shape;22;p17"/>
            <p:cNvCxnSpPr/>
            <p:nvPr/>
          </p:nvCxnSpPr>
          <p:spPr>
            <a:xfrm flipH="1" rot="10800000">
              <a:off x="6004643" y="3333750"/>
              <a:ext cx="3149660" cy="1823765"/>
            </a:xfrm>
            <a:prstGeom prst="straightConnector1">
              <a:avLst/>
            </a:prstGeom>
            <a:noFill/>
            <a:ln cap="flat" cmpd="sng" w="28575">
              <a:solidFill>
                <a:srgbClr val="007272"/>
              </a:solidFill>
              <a:prstDash val="solid"/>
              <a:miter lim="800000"/>
              <a:headEnd len="sm" w="sm" type="none"/>
              <a:tailEnd len="sm" w="sm" type="none"/>
            </a:ln>
          </p:spPr>
        </p:cxnSp>
        <p:cxnSp>
          <p:nvCxnSpPr>
            <p:cNvPr id="23" name="Google Shape;23;p17"/>
            <p:cNvCxnSpPr/>
            <p:nvPr/>
          </p:nvCxnSpPr>
          <p:spPr>
            <a:xfrm flipH="1" rot="10800000">
              <a:off x="6388342" y="3549891"/>
              <a:ext cx="2765961" cy="1600149"/>
            </a:xfrm>
            <a:prstGeom prst="straightConnector1">
              <a:avLst/>
            </a:prstGeom>
            <a:noFill/>
            <a:ln cap="flat" cmpd="sng" w="25400">
              <a:solidFill>
                <a:srgbClr val="004C4C"/>
              </a:solidFill>
              <a:prstDash val="solid"/>
              <a:miter lim="800000"/>
              <a:headEnd len="sm" w="sm" type="none"/>
              <a:tailEnd len="sm" w="sm" type="none"/>
            </a:ln>
          </p:spPr>
        </p:cxnSp>
      </p:grpSp>
      <p:grpSp>
        <p:nvGrpSpPr>
          <p:cNvPr id="24" name="Google Shape;24;p17"/>
          <p:cNvGrpSpPr/>
          <p:nvPr/>
        </p:nvGrpSpPr>
        <p:grpSpPr>
          <a:xfrm>
            <a:off x="-8915" y="6057149"/>
            <a:ext cx="5498725" cy="820207"/>
            <a:chOff x="-6689" y="4553748"/>
            <a:chExt cx="4125119" cy="615155"/>
          </a:xfrm>
        </p:grpSpPr>
        <p:sp>
          <p:nvSpPr>
            <p:cNvPr id="25" name="Google Shape;25;p17"/>
            <p:cNvSpPr/>
            <p:nvPr/>
          </p:nvSpPr>
          <p:spPr>
            <a:xfrm rot="-5400000">
              <a:off x="1754302" y="2802395"/>
              <a:ext cx="612775" cy="4115481"/>
            </a:xfrm>
            <a:custGeom>
              <a:rect b="b" l="l" r="r" t="t"/>
              <a:pathLst>
                <a:path extrusionOk="0" h="4115481" w="612775">
                  <a:moveTo>
                    <a:pt x="0" y="4115481"/>
                  </a:moveTo>
                  <a:lnTo>
                    <a:pt x="612775" y="3180443"/>
                  </a:lnTo>
                  <a:lnTo>
                    <a:pt x="612775" y="0"/>
                  </a:lnTo>
                </a:path>
              </a:pathLst>
            </a:custGeom>
            <a:noFill/>
            <a:ln cap="flat" cmpd="sng" w="38100">
              <a:solidFill>
                <a:srgbClr val="00727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26" name="Google Shape;26;p17"/>
            <p:cNvSpPr/>
            <p:nvPr/>
          </p:nvSpPr>
          <p:spPr>
            <a:xfrm rot="-5400000">
              <a:off x="1604659" y="3152814"/>
              <a:ext cx="410751" cy="3621427"/>
            </a:xfrm>
            <a:custGeom>
              <a:rect b="b" l="l" r="r" t="t"/>
              <a:pathLst>
                <a:path extrusionOk="0" h="3621427" w="410751">
                  <a:moveTo>
                    <a:pt x="0" y="3621427"/>
                  </a:moveTo>
                  <a:lnTo>
                    <a:pt x="410751" y="2998251"/>
                  </a:lnTo>
                  <a:cubicBezTo>
                    <a:pt x="410359" y="2065358"/>
                    <a:pt x="406339" y="932893"/>
                    <a:pt x="405947" y="0"/>
                  </a:cubicBezTo>
                </a:path>
              </a:pathLst>
            </a:custGeom>
            <a:noFill/>
            <a:ln cap="flat" cmpd="sng" w="28575">
              <a:solidFill>
                <a:srgbClr val="00727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27" name="Google Shape;27;p17"/>
            <p:cNvSpPr/>
            <p:nvPr/>
          </p:nvSpPr>
          <p:spPr>
            <a:xfrm rot="-5400000">
              <a:off x="1462308" y="3453376"/>
              <a:ext cx="241768" cy="3179761"/>
            </a:xfrm>
            <a:custGeom>
              <a:rect b="b" l="l" r="r" t="t"/>
              <a:pathLst>
                <a:path extrusionOk="0" h="3179761" w="241768">
                  <a:moveTo>
                    <a:pt x="0" y="3179761"/>
                  </a:moveTo>
                  <a:lnTo>
                    <a:pt x="238919" y="2819370"/>
                  </a:lnTo>
                  <a:cubicBezTo>
                    <a:pt x="238654" y="1947313"/>
                    <a:pt x="242019" y="872057"/>
                    <a:pt x="241754" y="0"/>
                  </a:cubicBezTo>
                </a:path>
              </a:pathLst>
            </a:custGeom>
            <a:noFill/>
            <a:ln cap="flat" cmpd="sng" w="25400">
              <a:solidFill>
                <a:srgbClr val="004C4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grpSp>
      <p:sp>
        <p:nvSpPr>
          <p:cNvPr id="28" name="Google Shape;28;p17"/>
          <p:cNvSpPr txBox="1"/>
          <p:nvPr>
            <p:ph type="ctrTitle"/>
          </p:nvPr>
        </p:nvSpPr>
        <p:spPr>
          <a:xfrm>
            <a:off x="1625176" y="584200"/>
            <a:ext cx="8735325" cy="2000251"/>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subTitle"/>
          </p:nvPr>
        </p:nvSpPr>
        <p:spPr>
          <a:xfrm>
            <a:off x="1625176" y="2616200"/>
            <a:ext cx="8735325" cy="1752600"/>
          </a:xfrm>
          <a:prstGeom prst="rect">
            <a:avLst/>
          </a:prstGeom>
          <a:noFill/>
          <a:ln>
            <a:noFill/>
          </a:ln>
        </p:spPr>
        <p:txBody>
          <a:bodyPr anchorCtr="0" anchor="t" bIns="60925" lIns="121875" spcFirstLastPara="1" rIns="121875" wrap="square" tIns="60925">
            <a:normAutofit/>
          </a:bodyPr>
          <a:lstStyle>
            <a:lvl1pPr lvl="0" algn="l">
              <a:lnSpc>
                <a:spcPct val="90000"/>
              </a:lnSpc>
              <a:spcBef>
                <a:spcPts val="0"/>
              </a:spcBef>
              <a:spcAft>
                <a:spcPts val="0"/>
              </a:spcAft>
              <a:buSzPts val="2800"/>
              <a:buNone/>
              <a:defRPr sz="2800" cap="none">
                <a:solidFill>
                  <a:schemeClr val="accent1"/>
                </a:solidFill>
              </a:defRPr>
            </a:lvl1pPr>
            <a:lvl2pPr lvl="1" algn="ctr">
              <a:lnSpc>
                <a:spcPct val="90000"/>
              </a:lnSpc>
              <a:spcBef>
                <a:spcPts val="800"/>
              </a:spcBef>
              <a:spcAft>
                <a:spcPts val="0"/>
              </a:spcAft>
              <a:buSzPts val="1920"/>
              <a:buNone/>
              <a:defRPr>
                <a:solidFill>
                  <a:schemeClr val="lt1"/>
                </a:solidFill>
              </a:defRPr>
            </a:lvl2pPr>
            <a:lvl3pPr lvl="2" algn="ctr">
              <a:lnSpc>
                <a:spcPct val="90000"/>
              </a:lnSpc>
              <a:spcBef>
                <a:spcPts val="800"/>
              </a:spcBef>
              <a:spcAft>
                <a:spcPts val="0"/>
              </a:spcAft>
              <a:buSzPts val="1600"/>
              <a:buNone/>
              <a:defRPr>
                <a:solidFill>
                  <a:schemeClr val="lt1"/>
                </a:solidFill>
              </a:defRPr>
            </a:lvl3pPr>
            <a:lvl4pPr lvl="3" algn="ctr">
              <a:lnSpc>
                <a:spcPct val="90000"/>
              </a:lnSpc>
              <a:spcBef>
                <a:spcPts val="800"/>
              </a:spcBef>
              <a:spcAft>
                <a:spcPts val="0"/>
              </a:spcAft>
              <a:buSzPts val="1600"/>
              <a:buNone/>
              <a:defRPr>
                <a:solidFill>
                  <a:schemeClr val="lt1"/>
                </a:solidFill>
              </a:defRPr>
            </a:lvl4pPr>
            <a:lvl5pPr lvl="4" algn="ctr">
              <a:lnSpc>
                <a:spcPct val="90000"/>
              </a:lnSpc>
              <a:spcBef>
                <a:spcPts val="800"/>
              </a:spcBef>
              <a:spcAft>
                <a:spcPts val="0"/>
              </a:spcAft>
              <a:buSzPts val="1600"/>
              <a:buNone/>
              <a:defRPr>
                <a:solidFill>
                  <a:schemeClr val="lt1"/>
                </a:solidFill>
              </a:defRPr>
            </a:lvl5pPr>
            <a:lvl6pPr lvl="5" algn="ctr">
              <a:lnSpc>
                <a:spcPct val="90000"/>
              </a:lnSpc>
              <a:spcBef>
                <a:spcPts val="800"/>
              </a:spcBef>
              <a:spcAft>
                <a:spcPts val="0"/>
              </a:spcAft>
              <a:buSzPts val="1600"/>
              <a:buNone/>
              <a:defRPr>
                <a:solidFill>
                  <a:schemeClr val="lt1"/>
                </a:solidFill>
              </a:defRPr>
            </a:lvl6pPr>
            <a:lvl7pPr lvl="6" algn="ctr">
              <a:lnSpc>
                <a:spcPct val="90000"/>
              </a:lnSpc>
              <a:spcBef>
                <a:spcPts val="800"/>
              </a:spcBef>
              <a:spcAft>
                <a:spcPts val="0"/>
              </a:spcAft>
              <a:buSzPts val="1600"/>
              <a:buNone/>
              <a:defRPr>
                <a:solidFill>
                  <a:schemeClr val="lt1"/>
                </a:solidFill>
              </a:defRPr>
            </a:lvl7pPr>
            <a:lvl8pPr lvl="7" algn="ctr">
              <a:lnSpc>
                <a:spcPct val="90000"/>
              </a:lnSpc>
              <a:spcBef>
                <a:spcPts val="800"/>
              </a:spcBef>
              <a:spcAft>
                <a:spcPts val="0"/>
              </a:spcAft>
              <a:buSzPts val="1600"/>
              <a:buNone/>
              <a:defRPr>
                <a:solidFill>
                  <a:schemeClr val="lt1"/>
                </a:solidFill>
              </a:defRPr>
            </a:lvl8pPr>
            <a:lvl9pPr lvl="8" algn="ctr">
              <a:lnSpc>
                <a:spcPct val="90000"/>
              </a:lnSpc>
              <a:spcBef>
                <a:spcPts val="800"/>
              </a:spcBef>
              <a:spcAft>
                <a:spcPts val="0"/>
              </a:spcAft>
              <a:buSzPts val="1600"/>
              <a:buNone/>
              <a:defRPr>
                <a:solidFill>
                  <a:schemeClr val="lt1"/>
                </a:solidFill>
              </a:defRPr>
            </a:lvl9pPr>
          </a:lstStyle>
          <a:p/>
        </p:txBody>
      </p:sp>
      <p:sp>
        <p:nvSpPr>
          <p:cNvPr id="30" name="Google Shape;30;p17"/>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18"/>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1218883" y="1701797"/>
            <a:ext cx="10360501" cy="4462272"/>
          </a:xfrm>
          <a:prstGeom prst="rect">
            <a:avLst/>
          </a:prstGeom>
          <a:noFill/>
          <a:ln>
            <a:noFill/>
          </a:ln>
        </p:spPr>
        <p:txBody>
          <a:bodyPr anchorCtr="0" anchor="t" bIns="60925" lIns="121875" spcFirstLastPara="1" rIns="121875" wrap="square" tIns="60925">
            <a:normAutofit/>
          </a:bodyPr>
          <a:lstStyle>
            <a:lvl1pPr indent="-342900" lvl="0" marL="457200" algn="l">
              <a:lnSpc>
                <a:spcPct val="90000"/>
              </a:lnSpc>
              <a:spcBef>
                <a:spcPts val="1600"/>
              </a:spcBef>
              <a:spcAft>
                <a:spcPts val="0"/>
              </a:spcAft>
              <a:buSzPts val="1800"/>
              <a:buChar char="•"/>
              <a:defRPr/>
            </a:lvl1pPr>
            <a:lvl2pPr indent="-320040" lvl="1" marL="914400" algn="l">
              <a:lnSpc>
                <a:spcPct val="90000"/>
              </a:lnSpc>
              <a:spcBef>
                <a:spcPts val="800"/>
              </a:spcBef>
              <a:spcAft>
                <a:spcPts val="0"/>
              </a:spcAft>
              <a:buSzPts val="1440"/>
              <a:buChar char="•"/>
              <a:defRPr/>
            </a:lvl2pPr>
            <a:lvl3pPr indent="-320039" lvl="2" marL="1371600" algn="l">
              <a:lnSpc>
                <a:spcPct val="90000"/>
              </a:lnSpc>
              <a:spcBef>
                <a:spcPts val="800"/>
              </a:spcBef>
              <a:spcAft>
                <a:spcPts val="0"/>
              </a:spcAft>
              <a:buSzPts val="1440"/>
              <a:buChar char="•"/>
              <a:defRPr/>
            </a:lvl3pPr>
            <a:lvl4pPr indent="-320039" lvl="3" marL="1828800" algn="l">
              <a:lnSpc>
                <a:spcPct val="90000"/>
              </a:lnSpc>
              <a:spcBef>
                <a:spcPts val="800"/>
              </a:spcBef>
              <a:spcAft>
                <a:spcPts val="0"/>
              </a:spcAft>
              <a:buSzPts val="1440"/>
              <a:buChar char="•"/>
              <a:defRPr/>
            </a:lvl4pPr>
            <a:lvl5pPr indent="-330200" lvl="4" marL="2286000" algn="l">
              <a:lnSpc>
                <a:spcPct val="90000"/>
              </a:lnSpc>
              <a:spcBef>
                <a:spcPts val="800"/>
              </a:spcBef>
              <a:spcAft>
                <a:spcPts val="0"/>
              </a:spcAft>
              <a:buSzPts val="1600"/>
              <a:buChar char="•"/>
              <a:defRPr/>
            </a:lvl5pPr>
            <a:lvl6pPr indent="-330200" lvl="5" marL="2743200" algn="l">
              <a:lnSpc>
                <a:spcPct val="90000"/>
              </a:lnSpc>
              <a:spcBef>
                <a:spcPts val="800"/>
              </a:spcBef>
              <a:spcAft>
                <a:spcPts val="0"/>
              </a:spcAft>
              <a:buSzPts val="1600"/>
              <a:buChar char="•"/>
              <a:defRPr/>
            </a:lvl6pPr>
            <a:lvl7pPr indent="-330200" lvl="6" marL="3200400" algn="l">
              <a:lnSpc>
                <a:spcPct val="90000"/>
              </a:lnSpc>
              <a:spcBef>
                <a:spcPts val="800"/>
              </a:spcBef>
              <a:spcAft>
                <a:spcPts val="0"/>
              </a:spcAft>
              <a:buSzPts val="1600"/>
              <a:buChar char="•"/>
              <a:defRPr/>
            </a:lvl7pPr>
            <a:lvl8pPr indent="-330200" lvl="7" marL="3657600" algn="l">
              <a:lnSpc>
                <a:spcPct val="90000"/>
              </a:lnSpc>
              <a:spcBef>
                <a:spcPts val="800"/>
              </a:spcBef>
              <a:spcAft>
                <a:spcPts val="0"/>
              </a:spcAft>
              <a:buSzPts val="1600"/>
              <a:buChar char="•"/>
              <a:defRPr/>
            </a:lvl8pPr>
            <a:lvl9pPr indent="-330200" lvl="8" marL="4114800" algn="l">
              <a:lnSpc>
                <a:spcPct val="90000"/>
              </a:lnSpc>
              <a:spcBef>
                <a:spcPts val="800"/>
              </a:spcBef>
              <a:spcAft>
                <a:spcPts val="0"/>
              </a:spcAft>
              <a:buSzPts val="1600"/>
              <a:buChar char="•"/>
              <a:defRPr/>
            </a:lvl9pPr>
          </a:lstStyle>
          <a:p/>
        </p:txBody>
      </p:sp>
      <p:sp>
        <p:nvSpPr>
          <p:cNvPr id="36" name="Google Shape;36;p18"/>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8"/>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9"/>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9"/>
          <p:cNvSpPr txBox="1"/>
          <p:nvPr>
            <p:ph idx="1" type="body"/>
          </p:nvPr>
        </p:nvSpPr>
        <p:spPr>
          <a:xfrm>
            <a:off x="1218883" y="1706880"/>
            <a:ext cx="5078677" cy="4465320"/>
          </a:xfrm>
          <a:prstGeom prst="rect">
            <a:avLst/>
          </a:prstGeom>
          <a:noFill/>
          <a:ln>
            <a:noFill/>
          </a:ln>
        </p:spPr>
        <p:txBody>
          <a:bodyPr anchorCtr="0" anchor="t" bIns="60925" lIns="121875" spcFirstLastPara="1" rIns="121875" wrap="square" tIns="60925">
            <a:normAutofit/>
          </a:bodyPr>
          <a:lstStyle>
            <a:lvl1pPr indent="-406400" lvl="0" marL="457200" algn="l">
              <a:lnSpc>
                <a:spcPct val="90000"/>
              </a:lnSpc>
              <a:spcBef>
                <a:spcPts val="1600"/>
              </a:spcBef>
              <a:spcAft>
                <a:spcPts val="0"/>
              </a:spcAft>
              <a:buSzPts val="2800"/>
              <a:buChar char="•"/>
              <a:defRPr sz="2800"/>
            </a:lvl1pPr>
            <a:lvl2pPr indent="-350519" lvl="1" marL="914400" algn="l">
              <a:lnSpc>
                <a:spcPct val="90000"/>
              </a:lnSpc>
              <a:spcBef>
                <a:spcPts val="800"/>
              </a:spcBef>
              <a:spcAft>
                <a:spcPts val="0"/>
              </a:spcAft>
              <a:buSzPts val="1920"/>
              <a:buChar char="•"/>
              <a:defRPr sz="2400"/>
            </a:lvl2pPr>
            <a:lvl3pPr indent="-330200" lvl="2" marL="1371600" algn="l">
              <a:lnSpc>
                <a:spcPct val="90000"/>
              </a:lnSpc>
              <a:spcBef>
                <a:spcPts val="800"/>
              </a:spcBef>
              <a:spcAft>
                <a:spcPts val="0"/>
              </a:spcAft>
              <a:buSzPts val="1600"/>
              <a:buChar char="•"/>
              <a:defRPr sz="2000"/>
            </a:lvl3pPr>
            <a:lvl4pPr indent="-330200" lvl="3" marL="1828800" algn="l">
              <a:lnSpc>
                <a:spcPct val="90000"/>
              </a:lnSpc>
              <a:spcBef>
                <a:spcPts val="800"/>
              </a:spcBef>
              <a:spcAft>
                <a:spcPts val="0"/>
              </a:spcAft>
              <a:buSzPts val="1600"/>
              <a:buChar char="•"/>
              <a:defRPr sz="2000"/>
            </a:lvl4pPr>
            <a:lvl5pPr indent="-330200" lvl="4" marL="2286000" algn="l">
              <a:lnSpc>
                <a:spcPct val="90000"/>
              </a:lnSpc>
              <a:spcBef>
                <a:spcPts val="800"/>
              </a:spcBef>
              <a:spcAft>
                <a:spcPts val="0"/>
              </a:spcAft>
              <a:buSzPts val="1600"/>
              <a:buChar char="•"/>
              <a:defRPr sz="2000"/>
            </a:lvl5pPr>
            <a:lvl6pPr indent="-330200" lvl="5" marL="2743200" algn="l">
              <a:lnSpc>
                <a:spcPct val="90000"/>
              </a:lnSpc>
              <a:spcBef>
                <a:spcPts val="800"/>
              </a:spcBef>
              <a:spcAft>
                <a:spcPts val="0"/>
              </a:spcAft>
              <a:buSzPts val="1600"/>
              <a:buChar char="•"/>
              <a:defRPr sz="2000"/>
            </a:lvl6pPr>
            <a:lvl7pPr indent="-330200" lvl="6" marL="3200400" algn="l">
              <a:lnSpc>
                <a:spcPct val="90000"/>
              </a:lnSpc>
              <a:spcBef>
                <a:spcPts val="800"/>
              </a:spcBef>
              <a:spcAft>
                <a:spcPts val="0"/>
              </a:spcAft>
              <a:buSzPts val="1600"/>
              <a:buChar char="•"/>
              <a:defRPr sz="2000"/>
            </a:lvl7pPr>
            <a:lvl8pPr indent="-330200" lvl="7" marL="3657600" algn="l">
              <a:lnSpc>
                <a:spcPct val="90000"/>
              </a:lnSpc>
              <a:spcBef>
                <a:spcPts val="800"/>
              </a:spcBef>
              <a:spcAft>
                <a:spcPts val="0"/>
              </a:spcAft>
              <a:buSzPts val="1600"/>
              <a:buChar char="•"/>
              <a:defRPr sz="2000"/>
            </a:lvl8pPr>
            <a:lvl9pPr indent="-330200" lvl="8" marL="4114800" algn="l">
              <a:lnSpc>
                <a:spcPct val="90000"/>
              </a:lnSpc>
              <a:spcBef>
                <a:spcPts val="800"/>
              </a:spcBef>
              <a:spcAft>
                <a:spcPts val="0"/>
              </a:spcAft>
              <a:buSzPts val="1600"/>
              <a:buChar char="•"/>
              <a:defRPr sz="2000"/>
            </a:lvl9pPr>
          </a:lstStyle>
          <a:p/>
        </p:txBody>
      </p:sp>
      <p:sp>
        <p:nvSpPr>
          <p:cNvPr id="42" name="Google Shape;42;p19"/>
          <p:cNvSpPr txBox="1"/>
          <p:nvPr>
            <p:ph idx="2" type="body"/>
          </p:nvPr>
        </p:nvSpPr>
        <p:spPr>
          <a:xfrm>
            <a:off x="6500707" y="1706880"/>
            <a:ext cx="5078677" cy="4465320"/>
          </a:xfrm>
          <a:prstGeom prst="rect">
            <a:avLst/>
          </a:prstGeom>
          <a:noFill/>
          <a:ln>
            <a:noFill/>
          </a:ln>
        </p:spPr>
        <p:txBody>
          <a:bodyPr anchorCtr="0" anchor="t" bIns="60925" lIns="121875" spcFirstLastPara="1" rIns="121875" wrap="square" tIns="60925">
            <a:normAutofit/>
          </a:bodyPr>
          <a:lstStyle>
            <a:lvl1pPr indent="-406400" lvl="0" marL="457200" algn="l">
              <a:lnSpc>
                <a:spcPct val="90000"/>
              </a:lnSpc>
              <a:spcBef>
                <a:spcPts val="1600"/>
              </a:spcBef>
              <a:spcAft>
                <a:spcPts val="0"/>
              </a:spcAft>
              <a:buSzPts val="2800"/>
              <a:buChar char="•"/>
              <a:defRPr sz="2800"/>
            </a:lvl1pPr>
            <a:lvl2pPr indent="-350519" lvl="1" marL="914400" algn="l">
              <a:lnSpc>
                <a:spcPct val="90000"/>
              </a:lnSpc>
              <a:spcBef>
                <a:spcPts val="800"/>
              </a:spcBef>
              <a:spcAft>
                <a:spcPts val="0"/>
              </a:spcAft>
              <a:buSzPts val="1920"/>
              <a:buChar char="•"/>
              <a:defRPr sz="2400"/>
            </a:lvl2pPr>
            <a:lvl3pPr indent="-330200" lvl="2" marL="1371600" algn="l">
              <a:lnSpc>
                <a:spcPct val="90000"/>
              </a:lnSpc>
              <a:spcBef>
                <a:spcPts val="800"/>
              </a:spcBef>
              <a:spcAft>
                <a:spcPts val="0"/>
              </a:spcAft>
              <a:buSzPts val="1600"/>
              <a:buChar char="•"/>
              <a:defRPr sz="2000"/>
            </a:lvl3pPr>
            <a:lvl4pPr indent="-330200" lvl="3" marL="1828800" algn="l">
              <a:lnSpc>
                <a:spcPct val="90000"/>
              </a:lnSpc>
              <a:spcBef>
                <a:spcPts val="800"/>
              </a:spcBef>
              <a:spcAft>
                <a:spcPts val="0"/>
              </a:spcAft>
              <a:buSzPts val="1600"/>
              <a:buChar char="•"/>
              <a:defRPr sz="2000"/>
            </a:lvl4pPr>
            <a:lvl5pPr indent="-330200" lvl="4" marL="2286000" algn="l">
              <a:lnSpc>
                <a:spcPct val="90000"/>
              </a:lnSpc>
              <a:spcBef>
                <a:spcPts val="800"/>
              </a:spcBef>
              <a:spcAft>
                <a:spcPts val="0"/>
              </a:spcAft>
              <a:buSzPts val="1600"/>
              <a:buChar char="•"/>
              <a:defRPr sz="2000"/>
            </a:lvl5pPr>
            <a:lvl6pPr indent="-330200" lvl="5" marL="2743200" algn="l">
              <a:lnSpc>
                <a:spcPct val="90000"/>
              </a:lnSpc>
              <a:spcBef>
                <a:spcPts val="800"/>
              </a:spcBef>
              <a:spcAft>
                <a:spcPts val="0"/>
              </a:spcAft>
              <a:buSzPts val="1600"/>
              <a:buChar char="•"/>
              <a:defRPr sz="2000"/>
            </a:lvl6pPr>
            <a:lvl7pPr indent="-330200" lvl="6" marL="3200400" algn="l">
              <a:lnSpc>
                <a:spcPct val="90000"/>
              </a:lnSpc>
              <a:spcBef>
                <a:spcPts val="800"/>
              </a:spcBef>
              <a:spcAft>
                <a:spcPts val="0"/>
              </a:spcAft>
              <a:buSzPts val="1600"/>
              <a:buChar char="•"/>
              <a:defRPr sz="2000"/>
            </a:lvl7pPr>
            <a:lvl8pPr indent="-330200" lvl="7" marL="3657600" algn="l">
              <a:lnSpc>
                <a:spcPct val="90000"/>
              </a:lnSpc>
              <a:spcBef>
                <a:spcPts val="800"/>
              </a:spcBef>
              <a:spcAft>
                <a:spcPts val="0"/>
              </a:spcAft>
              <a:buSzPts val="1600"/>
              <a:buChar char="•"/>
              <a:defRPr sz="2000"/>
            </a:lvl8pPr>
            <a:lvl9pPr indent="-330200" lvl="8" marL="4114800" algn="l">
              <a:lnSpc>
                <a:spcPct val="90000"/>
              </a:lnSpc>
              <a:spcBef>
                <a:spcPts val="800"/>
              </a:spcBef>
              <a:spcAft>
                <a:spcPts val="0"/>
              </a:spcAft>
              <a:buSzPts val="1600"/>
              <a:buChar char="•"/>
              <a:defRPr sz="2000"/>
            </a:lvl9pPr>
          </a:lstStyle>
          <a:p/>
        </p:txBody>
      </p:sp>
      <p:sp>
        <p:nvSpPr>
          <p:cNvPr id="43" name="Google Shape;43;p19"/>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grpSp>
        <p:nvGrpSpPr>
          <p:cNvPr id="47" name="Google Shape;47;p20"/>
          <p:cNvGrpSpPr/>
          <p:nvPr/>
        </p:nvGrpSpPr>
        <p:grpSpPr>
          <a:xfrm>
            <a:off x="7516443" y="4145281"/>
            <a:ext cx="4686117" cy="2731407"/>
            <a:chOff x="5638800" y="3108960"/>
            <a:chExt cx="3515503" cy="2048555"/>
          </a:xfrm>
        </p:grpSpPr>
        <p:cxnSp>
          <p:nvCxnSpPr>
            <p:cNvPr id="48" name="Google Shape;48;p20"/>
            <p:cNvCxnSpPr/>
            <p:nvPr/>
          </p:nvCxnSpPr>
          <p:spPr>
            <a:xfrm flipH="1" rot="10800000">
              <a:off x="5638800" y="3108960"/>
              <a:ext cx="3515503" cy="2037116"/>
            </a:xfrm>
            <a:prstGeom prst="straightConnector1">
              <a:avLst/>
            </a:prstGeom>
            <a:noFill/>
            <a:ln cap="flat" cmpd="sng" w="38100">
              <a:solidFill>
                <a:srgbClr val="007272"/>
              </a:solidFill>
              <a:prstDash val="solid"/>
              <a:miter lim="800000"/>
              <a:headEnd len="sm" w="sm" type="none"/>
              <a:tailEnd len="sm" w="sm" type="none"/>
            </a:ln>
          </p:spPr>
        </p:cxnSp>
        <p:cxnSp>
          <p:nvCxnSpPr>
            <p:cNvPr id="49" name="Google Shape;49;p20"/>
            <p:cNvCxnSpPr/>
            <p:nvPr/>
          </p:nvCxnSpPr>
          <p:spPr>
            <a:xfrm flipH="1" rot="10800000">
              <a:off x="6004643" y="3333750"/>
              <a:ext cx="3149660" cy="1823765"/>
            </a:xfrm>
            <a:prstGeom prst="straightConnector1">
              <a:avLst/>
            </a:prstGeom>
            <a:noFill/>
            <a:ln cap="flat" cmpd="sng" w="28575">
              <a:solidFill>
                <a:srgbClr val="007272"/>
              </a:solidFill>
              <a:prstDash val="solid"/>
              <a:miter lim="800000"/>
              <a:headEnd len="sm" w="sm" type="none"/>
              <a:tailEnd len="sm" w="sm" type="none"/>
            </a:ln>
          </p:spPr>
        </p:cxnSp>
        <p:cxnSp>
          <p:nvCxnSpPr>
            <p:cNvPr id="50" name="Google Shape;50;p20"/>
            <p:cNvCxnSpPr/>
            <p:nvPr/>
          </p:nvCxnSpPr>
          <p:spPr>
            <a:xfrm flipH="1" rot="10800000">
              <a:off x="6388342" y="3549891"/>
              <a:ext cx="2765961" cy="1600149"/>
            </a:xfrm>
            <a:prstGeom prst="straightConnector1">
              <a:avLst/>
            </a:prstGeom>
            <a:noFill/>
            <a:ln cap="flat" cmpd="sng" w="25400">
              <a:solidFill>
                <a:srgbClr val="004C4C"/>
              </a:solidFill>
              <a:prstDash val="solid"/>
              <a:miter lim="800000"/>
              <a:headEnd len="sm" w="sm" type="none"/>
              <a:tailEnd len="sm" w="sm" type="none"/>
            </a:ln>
          </p:spPr>
        </p:cxnSp>
      </p:grpSp>
      <p:sp>
        <p:nvSpPr>
          <p:cNvPr id="51" name="Google Shape;51;p20"/>
          <p:cNvSpPr txBox="1"/>
          <p:nvPr>
            <p:ph type="title"/>
          </p:nvPr>
        </p:nvSpPr>
        <p:spPr>
          <a:xfrm>
            <a:off x="1625177" y="2209801"/>
            <a:ext cx="8938472" cy="2764335"/>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5400"/>
              <a:buFont typeface="Calibri"/>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 type="body"/>
          </p:nvPr>
        </p:nvSpPr>
        <p:spPr>
          <a:xfrm>
            <a:off x="1625176" y="4951266"/>
            <a:ext cx="7069519" cy="1220933"/>
          </a:xfrm>
          <a:prstGeom prst="rect">
            <a:avLst/>
          </a:prstGeom>
          <a:noFill/>
          <a:ln>
            <a:noFill/>
          </a:ln>
        </p:spPr>
        <p:txBody>
          <a:bodyPr anchorCtr="0" anchor="t" bIns="60925" lIns="121875" spcFirstLastPara="1" rIns="121875" wrap="square" tIns="60925">
            <a:normAutofit/>
          </a:bodyPr>
          <a:lstStyle>
            <a:lvl1pPr indent="-228600" lvl="0" marL="457200" algn="l">
              <a:lnSpc>
                <a:spcPct val="90000"/>
              </a:lnSpc>
              <a:spcBef>
                <a:spcPts val="0"/>
              </a:spcBef>
              <a:spcAft>
                <a:spcPts val="0"/>
              </a:spcAft>
              <a:buSzPts val="2800"/>
              <a:buNone/>
              <a:defRPr sz="2800" cap="none">
                <a:solidFill>
                  <a:schemeClr val="accent1"/>
                </a:solidFill>
              </a:defRPr>
            </a:lvl1pPr>
            <a:lvl2pPr indent="-228600" lvl="1" marL="914400" algn="l">
              <a:lnSpc>
                <a:spcPct val="90000"/>
              </a:lnSpc>
              <a:spcBef>
                <a:spcPts val="800"/>
              </a:spcBef>
              <a:spcAft>
                <a:spcPts val="0"/>
              </a:spcAft>
              <a:buSzPts val="1920"/>
              <a:buNone/>
              <a:defRPr sz="2400">
                <a:solidFill>
                  <a:schemeClr val="lt1"/>
                </a:solidFill>
              </a:defRPr>
            </a:lvl2pPr>
            <a:lvl3pPr indent="-228600" lvl="2" marL="1371600" algn="l">
              <a:lnSpc>
                <a:spcPct val="90000"/>
              </a:lnSpc>
              <a:spcBef>
                <a:spcPts val="800"/>
              </a:spcBef>
              <a:spcAft>
                <a:spcPts val="0"/>
              </a:spcAft>
              <a:buSzPts val="1680"/>
              <a:buNone/>
              <a:defRPr sz="2100">
                <a:solidFill>
                  <a:schemeClr val="lt1"/>
                </a:solidFill>
              </a:defRPr>
            </a:lvl3pPr>
            <a:lvl4pPr indent="-228600" lvl="3" marL="1828800" algn="l">
              <a:lnSpc>
                <a:spcPct val="90000"/>
              </a:lnSpc>
              <a:spcBef>
                <a:spcPts val="800"/>
              </a:spcBef>
              <a:spcAft>
                <a:spcPts val="0"/>
              </a:spcAft>
              <a:buSzPts val="1520"/>
              <a:buNone/>
              <a:defRPr sz="1900">
                <a:solidFill>
                  <a:schemeClr val="lt1"/>
                </a:solidFill>
              </a:defRPr>
            </a:lvl4pPr>
            <a:lvl5pPr indent="-228600" lvl="4" marL="2286000" algn="l">
              <a:lnSpc>
                <a:spcPct val="90000"/>
              </a:lnSpc>
              <a:spcBef>
                <a:spcPts val="800"/>
              </a:spcBef>
              <a:spcAft>
                <a:spcPts val="0"/>
              </a:spcAft>
              <a:buSzPts val="1520"/>
              <a:buNone/>
              <a:defRPr sz="1900">
                <a:solidFill>
                  <a:schemeClr val="lt1"/>
                </a:solidFill>
              </a:defRPr>
            </a:lvl5pPr>
            <a:lvl6pPr indent="-228600" lvl="5" marL="2743200" algn="l">
              <a:lnSpc>
                <a:spcPct val="90000"/>
              </a:lnSpc>
              <a:spcBef>
                <a:spcPts val="800"/>
              </a:spcBef>
              <a:spcAft>
                <a:spcPts val="0"/>
              </a:spcAft>
              <a:buSzPts val="1520"/>
              <a:buNone/>
              <a:defRPr sz="1900">
                <a:solidFill>
                  <a:schemeClr val="lt1"/>
                </a:solidFill>
              </a:defRPr>
            </a:lvl6pPr>
            <a:lvl7pPr indent="-228600" lvl="6" marL="3200400" algn="l">
              <a:lnSpc>
                <a:spcPct val="90000"/>
              </a:lnSpc>
              <a:spcBef>
                <a:spcPts val="800"/>
              </a:spcBef>
              <a:spcAft>
                <a:spcPts val="0"/>
              </a:spcAft>
              <a:buSzPts val="1520"/>
              <a:buNone/>
              <a:defRPr sz="1900">
                <a:solidFill>
                  <a:schemeClr val="lt1"/>
                </a:solidFill>
              </a:defRPr>
            </a:lvl7pPr>
            <a:lvl8pPr indent="-228600" lvl="7" marL="3657600" algn="l">
              <a:lnSpc>
                <a:spcPct val="90000"/>
              </a:lnSpc>
              <a:spcBef>
                <a:spcPts val="800"/>
              </a:spcBef>
              <a:spcAft>
                <a:spcPts val="0"/>
              </a:spcAft>
              <a:buSzPts val="1520"/>
              <a:buNone/>
              <a:defRPr sz="1900">
                <a:solidFill>
                  <a:schemeClr val="lt1"/>
                </a:solidFill>
              </a:defRPr>
            </a:lvl8pPr>
            <a:lvl9pPr indent="-228600" lvl="8" marL="4114800" algn="l">
              <a:lnSpc>
                <a:spcPct val="90000"/>
              </a:lnSpc>
              <a:spcBef>
                <a:spcPts val="800"/>
              </a:spcBef>
              <a:spcAft>
                <a:spcPts val="0"/>
              </a:spcAft>
              <a:buSzPts val="1520"/>
              <a:buNone/>
              <a:defRPr sz="1900">
                <a:solidFill>
                  <a:schemeClr val="lt1"/>
                </a:solidFill>
              </a:defRPr>
            </a:lvl9pPr>
          </a:lstStyle>
          <a:p/>
        </p:txBody>
      </p:sp>
      <p:sp>
        <p:nvSpPr>
          <p:cNvPr id="53" name="Google Shape;53;p20"/>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0"/>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21"/>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1"/>
          <p:cNvSpPr txBox="1"/>
          <p:nvPr>
            <p:ph idx="1" type="body"/>
          </p:nvPr>
        </p:nvSpPr>
        <p:spPr>
          <a:xfrm>
            <a:off x="1218883" y="1701800"/>
            <a:ext cx="5082740" cy="914400"/>
          </a:xfrm>
          <a:prstGeom prst="rect">
            <a:avLst/>
          </a:prstGeom>
          <a:noFill/>
          <a:ln>
            <a:noFill/>
          </a:ln>
        </p:spPr>
        <p:txBody>
          <a:bodyPr anchorCtr="0" anchor="b" bIns="60925" lIns="121875" spcFirstLastPara="1" rIns="121875" wrap="square" tIns="60925">
            <a:normAutofit/>
          </a:bodyPr>
          <a:lstStyle>
            <a:lvl1pPr indent="-228600" lvl="0" marL="457200" algn="l">
              <a:lnSpc>
                <a:spcPct val="90000"/>
              </a:lnSpc>
              <a:spcBef>
                <a:spcPts val="0"/>
              </a:spcBef>
              <a:spcAft>
                <a:spcPts val="0"/>
              </a:spcAft>
              <a:buSzPts val="2800"/>
              <a:buNone/>
              <a:defRPr b="0" sz="2800" cap="none">
                <a:solidFill>
                  <a:schemeClr val="accent1"/>
                </a:solidFill>
              </a:defRPr>
            </a:lvl1pPr>
            <a:lvl2pPr indent="-228600" lvl="1" marL="914400" algn="l">
              <a:lnSpc>
                <a:spcPct val="90000"/>
              </a:lnSpc>
              <a:spcBef>
                <a:spcPts val="800"/>
              </a:spcBef>
              <a:spcAft>
                <a:spcPts val="0"/>
              </a:spcAft>
              <a:buSzPts val="2160"/>
              <a:buNone/>
              <a:defRPr b="1" sz="2700"/>
            </a:lvl2pPr>
            <a:lvl3pPr indent="-228600" lvl="2" marL="1371600" algn="l">
              <a:lnSpc>
                <a:spcPct val="90000"/>
              </a:lnSpc>
              <a:spcBef>
                <a:spcPts val="800"/>
              </a:spcBef>
              <a:spcAft>
                <a:spcPts val="0"/>
              </a:spcAft>
              <a:buSzPts val="1920"/>
              <a:buNone/>
              <a:defRPr b="1" sz="2400"/>
            </a:lvl3pPr>
            <a:lvl4pPr indent="-228600" lvl="3" marL="1828800" algn="l">
              <a:lnSpc>
                <a:spcPct val="90000"/>
              </a:lnSpc>
              <a:spcBef>
                <a:spcPts val="800"/>
              </a:spcBef>
              <a:spcAft>
                <a:spcPts val="0"/>
              </a:spcAft>
              <a:buSzPts val="1680"/>
              <a:buNone/>
              <a:defRPr b="1" sz="2100"/>
            </a:lvl4pPr>
            <a:lvl5pPr indent="-228600" lvl="4" marL="2286000" algn="l">
              <a:lnSpc>
                <a:spcPct val="90000"/>
              </a:lnSpc>
              <a:spcBef>
                <a:spcPts val="800"/>
              </a:spcBef>
              <a:spcAft>
                <a:spcPts val="0"/>
              </a:spcAft>
              <a:buSzPts val="1680"/>
              <a:buNone/>
              <a:defRPr b="1" sz="2100"/>
            </a:lvl5pPr>
            <a:lvl6pPr indent="-228600" lvl="5" marL="2743200" algn="l">
              <a:lnSpc>
                <a:spcPct val="90000"/>
              </a:lnSpc>
              <a:spcBef>
                <a:spcPts val="800"/>
              </a:spcBef>
              <a:spcAft>
                <a:spcPts val="0"/>
              </a:spcAft>
              <a:buSzPts val="1680"/>
              <a:buNone/>
              <a:defRPr b="1" sz="2100"/>
            </a:lvl6pPr>
            <a:lvl7pPr indent="-228600" lvl="6" marL="3200400" algn="l">
              <a:lnSpc>
                <a:spcPct val="90000"/>
              </a:lnSpc>
              <a:spcBef>
                <a:spcPts val="800"/>
              </a:spcBef>
              <a:spcAft>
                <a:spcPts val="0"/>
              </a:spcAft>
              <a:buSzPts val="1680"/>
              <a:buNone/>
              <a:defRPr b="1" sz="2100"/>
            </a:lvl7pPr>
            <a:lvl8pPr indent="-228600" lvl="7" marL="3657600" algn="l">
              <a:lnSpc>
                <a:spcPct val="90000"/>
              </a:lnSpc>
              <a:spcBef>
                <a:spcPts val="800"/>
              </a:spcBef>
              <a:spcAft>
                <a:spcPts val="0"/>
              </a:spcAft>
              <a:buSzPts val="1680"/>
              <a:buNone/>
              <a:defRPr b="1" sz="2100"/>
            </a:lvl8pPr>
            <a:lvl9pPr indent="-228600" lvl="8" marL="4114800" algn="l">
              <a:lnSpc>
                <a:spcPct val="90000"/>
              </a:lnSpc>
              <a:spcBef>
                <a:spcPts val="800"/>
              </a:spcBef>
              <a:spcAft>
                <a:spcPts val="0"/>
              </a:spcAft>
              <a:buSzPts val="1680"/>
              <a:buNone/>
              <a:defRPr b="1" sz="2100"/>
            </a:lvl9pPr>
          </a:lstStyle>
          <a:p/>
        </p:txBody>
      </p:sp>
      <p:sp>
        <p:nvSpPr>
          <p:cNvPr id="59" name="Google Shape;59;p21"/>
          <p:cNvSpPr txBox="1"/>
          <p:nvPr>
            <p:ph idx="2" type="body"/>
          </p:nvPr>
        </p:nvSpPr>
        <p:spPr>
          <a:xfrm>
            <a:off x="1218883" y="2717800"/>
            <a:ext cx="5078677" cy="3454400"/>
          </a:xfrm>
          <a:prstGeom prst="rect">
            <a:avLst/>
          </a:prstGeom>
          <a:noFill/>
          <a:ln>
            <a:noFill/>
          </a:ln>
        </p:spPr>
        <p:txBody>
          <a:bodyPr anchorCtr="0" anchor="t" bIns="60925" lIns="121875" spcFirstLastPara="1" rIns="121875" wrap="square" tIns="60925">
            <a:noAutofit/>
          </a:bodyPr>
          <a:lstStyle>
            <a:lvl1pPr indent="-406400" lvl="0" marL="457200" algn="l">
              <a:lnSpc>
                <a:spcPct val="90000"/>
              </a:lnSpc>
              <a:spcBef>
                <a:spcPts val="1600"/>
              </a:spcBef>
              <a:spcAft>
                <a:spcPts val="0"/>
              </a:spcAft>
              <a:buSzPts val="2800"/>
              <a:buChar char="•"/>
              <a:defRPr sz="2800"/>
            </a:lvl1pPr>
            <a:lvl2pPr indent="-350519" lvl="1" marL="914400" algn="l">
              <a:lnSpc>
                <a:spcPct val="90000"/>
              </a:lnSpc>
              <a:spcBef>
                <a:spcPts val="800"/>
              </a:spcBef>
              <a:spcAft>
                <a:spcPts val="0"/>
              </a:spcAft>
              <a:buSzPts val="1920"/>
              <a:buChar char="•"/>
              <a:defRPr sz="2400"/>
            </a:lvl2pPr>
            <a:lvl3pPr indent="-330200" lvl="2" marL="1371600" algn="l">
              <a:lnSpc>
                <a:spcPct val="90000"/>
              </a:lnSpc>
              <a:spcBef>
                <a:spcPts val="800"/>
              </a:spcBef>
              <a:spcAft>
                <a:spcPts val="0"/>
              </a:spcAft>
              <a:buSzPts val="1600"/>
              <a:buChar char="•"/>
              <a:defRPr sz="2000"/>
            </a:lvl3pPr>
            <a:lvl4pPr indent="-330200" lvl="3" marL="1828800" algn="l">
              <a:lnSpc>
                <a:spcPct val="90000"/>
              </a:lnSpc>
              <a:spcBef>
                <a:spcPts val="800"/>
              </a:spcBef>
              <a:spcAft>
                <a:spcPts val="0"/>
              </a:spcAft>
              <a:buSzPts val="1600"/>
              <a:buChar char="•"/>
              <a:defRPr sz="2000"/>
            </a:lvl4pPr>
            <a:lvl5pPr indent="-330200" lvl="4" marL="2286000" algn="l">
              <a:lnSpc>
                <a:spcPct val="90000"/>
              </a:lnSpc>
              <a:spcBef>
                <a:spcPts val="800"/>
              </a:spcBef>
              <a:spcAft>
                <a:spcPts val="0"/>
              </a:spcAft>
              <a:buSzPts val="1600"/>
              <a:buChar char="•"/>
              <a:defRPr sz="2000"/>
            </a:lvl5pPr>
            <a:lvl6pPr indent="-330200" lvl="5" marL="2743200" algn="l">
              <a:lnSpc>
                <a:spcPct val="90000"/>
              </a:lnSpc>
              <a:spcBef>
                <a:spcPts val="800"/>
              </a:spcBef>
              <a:spcAft>
                <a:spcPts val="0"/>
              </a:spcAft>
              <a:buSzPts val="1600"/>
              <a:buChar char="•"/>
              <a:defRPr sz="2000"/>
            </a:lvl6pPr>
            <a:lvl7pPr indent="-330200" lvl="6" marL="3200400" algn="l">
              <a:lnSpc>
                <a:spcPct val="90000"/>
              </a:lnSpc>
              <a:spcBef>
                <a:spcPts val="800"/>
              </a:spcBef>
              <a:spcAft>
                <a:spcPts val="0"/>
              </a:spcAft>
              <a:buSzPts val="1600"/>
              <a:buChar char="•"/>
              <a:defRPr sz="2000"/>
            </a:lvl7pPr>
            <a:lvl8pPr indent="-330200" lvl="7" marL="3657600" algn="l">
              <a:lnSpc>
                <a:spcPct val="90000"/>
              </a:lnSpc>
              <a:spcBef>
                <a:spcPts val="800"/>
              </a:spcBef>
              <a:spcAft>
                <a:spcPts val="0"/>
              </a:spcAft>
              <a:buSzPts val="1600"/>
              <a:buChar char="•"/>
              <a:defRPr sz="2000"/>
            </a:lvl8pPr>
            <a:lvl9pPr indent="-330200" lvl="8" marL="4114800" algn="l">
              <a:lnSpc>
                <a:spcPct val="90000"/>
              </a:lnSpc>
              <a:spcBef>
                <a:spcPts val="800"/>
              </a:spcBef>
              <a:spcAft>
                <a:spcPts val="0"/>
              </a:spcAft>
              <a:buSzPts val="1600"/>
              <a:buChar char="•"/>
              <a:defRPr sz="2000"/>
            </a:lvl9pPr>
          </a:lstStyle>
          <a:p/>
        </p:txBody>
      </p:sp>
      <p:sp>
        <p:nvSpPr>
          <p:cNvPr id="60" name="Google Shape;60;p21"/>
          <p:cNvSpPr txBox="1"/>
          <p:nvPr>
            <p:ph idx="3" type="body"/>
          </p:nvPr>
        </p:nvSpPr>
        <p:spPr>
          <a:xfrm>
            <a:off x="6496644" y="1701800"/>
            <a:ext cx="5082740" cy="914400"/>
          </a:xfrm>
          <a:prstGeom prst="rect">
            <a:avLst/>
          </a:prstGeom>
          <a:noFill/>
          <a:ln>
            <a:noFill/>
          </a:ln>
        </p:spPr>
        <p:txBody>
          <a:bodyPr anchorCtr="0" anchor="b" bIns="60925" lIns="121875" spcFirstLastPara="1" rIns="121875" wrap="square" tIns="60925">
            <a:normAutofit/>
          </a:bodyPr>
          <a:lstStyle>
            <a:lvl1pPr indent="-228600" lvl="0" marL="457200" algn="l">
              <a:lnSpc>
                <a:spcPct val="90000"/>
              </a:lnSpc>
              <a:spcBef>
                <a:spcPts val="0"/>
              </a:spcBef>
              <a:spcAft>
                <a:spcPts val="0"/>
              </a:spcAft>
              <a:buSzPts val="2800"/>
              <a:buNone/>
              <a:defRPr b="0" sz="2800" cap="none">
                <a:solidFill>
                  <a:schemeClr val="accent1"/>
                </a:solidFill>
              </a:defRPr>
            </a:lvl1pPr>
            <a:lvl2pPr indent="-228600" lvl="1" marL="914400" algn="l">
              <a:lnSpc>
                <a:spcPct val="90000"/>
              </a:lnSpc>
              <a:spcBef>
                <a:spcPts val="800"/>
              </a:spcBef>
              <a:spcAft>
                <a:spcPts val="0"/>
              </a:spcAft>
              <a:buSzPts val="2160"/>
              <a:buNone/>
              <a:defRPr b="1" sz="2700"/>
            </a:lvl2pPr>
            <a:lvl3pPr indent="-228600" lvl="2" marL="1371600" algn="l">
              <a:lnSpc>
                <a:spcPct val="90000"/>
              </a:lnSpc>
              <a:spcBef>
                <a:spcPts val="800"/>
              </a:spcBef>
              <a:spcAft>
                <a:spcPts val="0"/>
              </a:spcAft>
              <a:buSzPts val="1920"/>
              <a:buNone/>
              <a:defRPr b="1" sz="2400"/>
            </a:lvl3pPr>
            <a:lvl4pPr indent="-228600" lvl="3" marL="1828800" algn="l">
              <a:lnSpc>
                <a:spcPct val="90000"/>
              </a:lnSpc>
              <a:spcBef>
                <a:spcPts val="800"/>
              </a:spcBef>
              <a:spcAft>
                <a:spcPts val="0"/>
              </a:spcAft>
              <a:buSzPts val="1680"/>
              <a:buNone/>
              <a:defRPr b="1" sz="2100"/>
            </a:lvl4pPr>
            <a:lvl5pPr indent="-228600" lvl="4" marL="2286000" algn="l">
              <a:lnSpc>
                <a:spcPct val="90000"/>
              </a:lnSpc>
              <a:spcBef>
                <a:spcPts val="800"/>
              </a:spcBef>
              <a:spcAft>
                <a:spcPts val="0"/>
              </a:spcAft>
              <a:buSzPts val="1680"/>
              <a:buNone/>
              <a:defRPr b="1" sz="2100"/>
            </a:lvl5pPr>
            <a:lvl6pPr indent="-228600" lvl="5" marL="2743200" algn="l">
              <a:lnSpc>
                <a:spcPct val="90000"/>
              </a:lnSpc>
              <a:spcBef>
                <a:spcPts val="800"/>
              </a:spcBef>
              <a:spcAft>
                <a:spcPts val="0"/>
              </a:spcAft>
              <a:buSzPts val="1680"/>
              <a:buNone/>
              <a:defRPr b="1" sz="2100"/>
            </a:lvl6pPr>
            <a:lvl7pPr indent="-228600" lvl="6" marL="3200400" algn="l">
              <a:lnSpc>
                <a:spcPct val="90000"/>
              </a:lnSpc>
              <a:spcBef>
                <a:spcPts val="800"/>
              </a:spcBef>
              <a:spcAft>
                <a:spcPts val="0"/>
              </a:spcAft>
              <a:buSzPts val="1680"/>
              <a:buNone/>
              <a:defRPr b="1" sz="2100"/>
            </a:lvl7pPr>
            <a:lvl8pPr indent="-228600" lvl="7" marL="3657600" algn="l">
              <a:lnSpc>
                <a:spcPct val="90000"/>
              </a:lnSpc>
              <a:spcBef>
                <a:spcPts val="800"/>
              </a:spcBef>
              <a:spcAft>
                <a:spcPts val="0"/>
              </a:spcAft>
              <a:buSzPts val="1680"/>
              <a:buNone/>
              <a:defRPr b="1" sz="2100"/>
            </a:lvl8pPr>
            <a:lvl9pPr indent="-228600" lvl="8" marL="4114800" algn="l">
              <a:lnSpc>
                <a:spcPct val="90000"/>
              </a:lnSpc>
              <a:spcBef>
                <a:spcPts val="800"/>
              </a:spcBef>
              <a:spcAft>
                <a:spcPts val="0"/>
              </a:spcAft>
              <a:buSzPts val="1680"/>
              <a:buNone/>
              <a:defRPr b="1" sz="2100"/>
            </a:lvl9pPr>
          </a:lstStyle>
          <a:p/>
        </p:txBody>
      </p:sp>
      <p:sp>
        <p:nvSpPr>
          <p:cNvPr id="61" name="Google Shape;61;p21"/>
          <p:cNvSpPr txBox="1"/>
          <p:nvPr>
            <p:ph idx="4" type="body"/>
          </p:nvPr>
        </p:nvSpPr>
        <p:spPr>
          <a:xfrm>
            <a:off x="6500707" y="2717800"/>
            <a:ext cx="5078677" cy="3454400"/>
          </a:xfrm>
          <a:prstGeom prst="rect">
            <a:avLst/>
          </a:prstGeom>
          <a:noFill/>
          <a:ln>
            <a:noFill/>
          </a:ln>
        </p:spPr>
        <p:txBody>
          <a:bodyPr anchorCtr="0" anchor="t" bIns="60925" lIns="121875" spcFirstLastPara="1" rIns="121875" wrap="square" tIns="60925">
            <a:noAutofit/>
          </a:bodyPr>
          <a:lstStyle>
            <a:lvl1pPr indent="-406400" lvl="0" marL="457200" algn="l">
              <a:lnSpc>
                <a:spcPct val="90000"/>
              </a:lnSpc>
              <a:spcBef>
                <a:spcPts val="1600"/>
              </a:spcBef>
              <a:spcAft>
                <a:spcPts val="0"/>
              </a:spcAft>
              <a:buSzPts val="2800"/>
              <a:buChar char="•"/>
              <a:defRPr sz="2800"/>
            </a:lvl1pPr>
            <a:lvl2pPr indent="-350519" lvl="1" marL="914400" algn="l">
              <a:lnSpc>
                <a:spcPct val="90000"/>
              </a:lnSpc>
              <a:spcBef>
                <a:spcPts val="800"/>
              </a:spcBef>
              <a:spcAft>
                <a:spcPts val="0"/>
              </a:spcAft>
              <a:buSzPts val="1920"/>
              <a:buChar char="•"/>
              <a:defRPr sz="2400"/>
            </a:lvl2pPr>
            <a:lvl3pPr indent="-330200" lvl="2" marL="1371600" algn="l">
              <a:lnSpc>
                <a:spcPct val="90000"/>
              </a:lnSpc>
              <a:spcBef>
                <a:spcPts val="800"/>
              </a:spcBef>
              <a:spcAft>
                <a:spcPts val="0"/>
              </a:spcAft>
              <a:buSzPts val="1600"/>
              <a:buChar char="•"/>
              <a:defRPr sz="2000"/>
            </a:lvl3pPr>
            <a:lvl4pPr indent="-330200" lvl="3" marL="1828800" algn="l">
              <a:lnSpc>
                <a:spcPct val="90000"/>
              </a:lnSpc>
              <a:spcBef>
                <a:spcPts val="800"/>
              </a:spcBef>
              <a:spcAft>
                <a:spcPts val="0"/>
              </a:spcAft>
              <a:buSzPts val="1600"/>
              <a:buChar char="•"/>
              <a:defRPr sz="2000"/>
            </a:lvl4pPr>
            <a:lvl5pPr indent="-330200" lvl="4" marL="2286000" algn="l">
              <a:lnSpc>
                <a:spcPct val="90000"/>
              </a:lnSpc>
              <a:spcBef>
                <a:spcPts val="800"/>
              </a:spcBef>
              <a:spcAft>
                <a:spcPts val="0"/>
              </a:spcAft>
              <a:buSzPts val="1600"/>
              <a:buChar char="•"/>
              <a:defRPr sz="2000"/>
            </a:lvl5pPr>
            <a:lvl6pPr indent="-330200" lvl="5" marL="2743200" algn="l">
              <a:lnSpc>
                <a:spcPct val="90000"/>
              </a:lnSpc>
              <a:spcBef>
                <a:spcPts val="800"/>
              </a:spcBef>
              <a:spcAft>
                <a:spcPts val="0"/>
              </a:spcAft>
              <a:buSzPts val="1600"/>
              <a:buChar char="•"/>
              <a:defRPr sz="2000"/>
            </a:lvl6pPr>
            <a:lvl7pPr indent="-330200" lvl="6" marL="3200400" algn="l">
              <a:lnSpc>
                <a:spcPct val="90000"/>
              </a:lnSpc>
              <a:spcBef>
                <a:spcPts val="800"/>
              </a:spcBef>
              <a:spcAft>
                <a:spcPts val="0"/>
              </a:spcAft>
              <a:buSzPts val="1600"/>
              <a:buChar char="•"/>
              <a:defRPr sz="2000"/>
            </a:lvl7pPr>
            <a:lvl8pPr indent="-330200" lvl="7" marL="3657600" algn="l">
              <a:lnSpc>
                <a:spcPct val="90000"/>
              </a:lnSpc>
              <a:spcBef>
                <a:spcPts val="800"/>
              </a:spcBef>
              <a:spcAft>
                <a:spcPts val="0"/>
              </a:spcAft>
              <a:buSzPts val="1600"/>
              <a:buChar char="•"/>
              <a:defRPr sz="2000"/>
            </a:lvl8pPr>
            <a:lvl9pPr indent="-330200" lvl="8" marL="4114800" algn="l">
              <a:lnSpc>
                <a:spcPct val="90000"/>
              </a:lnSpc>
              <a:spcBef>
                <a:spcPts val="800"/>
              </a:spcBef>
              <a:spcAft>
                <a:spcPts val="0"/>
              </a:spcAft>
              <a:buSzPts val="1600"/>
              <a:buChar char="•"/>
              <a:defRPr sz="2000"/>
            </a:lvl9pPr>
          </a:lstStyle>
          <a:p/>
        </p:txBody>
      </p:sp>
      <p:sp>
        <p:nvSpPr>
          <p:cNvPr id="62" name="Google Shape;62;p21"/>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22"/>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23"/>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24"/>
          <p:cNvSpPr txBox="1"/>
          <p:nvPr>
            <p:ph type="title"/>
          </p:nvPr>
        </p:nvSpPr>
        <p:spPr>
          <a:xfrm>
            <a:off x="1218882" y="1701800"/>
            <a:ext cx="4062942" cy="2438400"/>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accent1"/>
              </a:buClr>
              <a:buSzPts val="2800"/>
              <a:buFont typeface="Calibri"/>
              <a:buNone/>
              <a:defRPr b="0" sz="2800"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a:off x="1218882" y="4241800"/>
            <a:ext cx="4062942" cy="1930400"/>
          </a:xfrm>
          <a:prstGeom prst="rect">
            <a:avLst/>
          </a:prstGeom>
          <a:noFill/>
          <a:ln>
            <a:noFill/>
          </a:ln>
        </p:spPr>
        <p:txBody>
          <a:bodyPr anchorCtr="0" anchor="t" bIns="60925" lIns="121875" spcFirstLastPara="1" rIns="121875" wrap="square" tIns="60925">
            <a:normAutofit/>
          </a:bodyPr>
          <a:lstStyle>
            <a:lvl1pPr indent="-228600" lvl="0" marL="457200" algn="l">
              <a:lnSpc>
                <a:spcPct val="90000"/>
              </a:lnSpc>
              <a:spcBef>
                <a:spcPts val="1600"/>
              </a:spcBef>
              <a:spcAft>
                <a:spcPts val="0"/>
              </a:spcAft>
              <a:buSzPts val="2000"/>
              <a:buNone/>
              <a:defRPr sz="2000"/>
            </a:lvl1pPr>
            <a:lvl2pPr indent="-228600" lvl="1" marL="914400" algn="l">
              <a:lnSpc>
                <a:spcPct val="90000"/>
              </a:lnSpc>
              <a:spcBef>
                <a:spcPts val="800"/>
              </a:spcBef>
              <a:spcAft>
                <a:spcPts val="0"/>
              </a:spcAft>
              <a:buSzPts val="1280"/>
              <a:buNone/>
              <a:defRPr sz="1600"/>
            </a:lvl2pPr>
            <a:lvl3pPr indent="-228600" lvl="2" marL="1371600" algn="l">
              <a:lnSpc>
                <a:spcPct val="90000"/>
              </a:lnSpc>
              <a:spcBef>
                <a:spcPts val="800"/>
              </a:spcBef>
              <a:spcAft>
                <a:spcPts val="0"/>
              </a:spcAft>
              <a:buSzPts val="1040"/>
              <a:buNone/>
              <a:defRPr sz="1300"/>
            </a:lvl3pPr>
            <a:lvl4pPr indent="-228600" lvl="3" marL="1828800" algn="l">
              <a:lnSpc>
                <a:spcPct val="90000"/>
              </a:lnSpc>
              <a:spcBef>
                <a:spcPts val="800"/>
              </a:spcBef>
              <a:spcAft>
                <a:spcPts val="0"/>
              </a:spcAft>
              <a:buSzPts val="960"/>
              <a:buNone/>
              <a:defRPr sz="1200"/>
            </a:lvl4pPr>
            <a:lvl5pPr indent="-228600" lvl="4" marL="2286000" algn="l">
              <a:lnSpc>
                <a:spcPct val="90000"/>
              </a:lnSpc>
              <a:spcBef>
                <a:spcPts val="800"/>
              </a:spcBef>
              <a:spcAft>
                <a:spcPts val="0"/>
              </a:spcAft>
              <a:buSzPts val="960"/>
              <a:buNone/>
              <a:defRPr sz="1200"/>
            </a:lvl5pPr>
            <a:lvl6pPr indent="-228600" lvl="5" marL="2743200" algn="l">
              <a:lnSpc>
                <a:spcPct val="90000"/>
              </a:lnSpc>
              <a:spcBef>
                <a:spcPts val="800"/>
              </a:spcBef>
              <a:spcAft>
                <a:spcPts val="0"/>
              </a:spcAft>
              <a:buSzPts val="960"/>
              <a:buNone/>
              <a:defRPr sz="1200"/>
            </a:lvl6pPr>
            <a:lvl7pPr indent="-228600" lvl="6" marL="3200400" algn="l">
              <a:lnSpc>
                <a:spcPct val="90000"/>
              </a:lnSpc>
              <a:spcBef>
                <a:spcPts val="800"/>
              </a:spcBef>
              <a:spcAft>
                <a:spcPts val="0"/>
              </a:spcAft>
              <a:buSzPts val="960"/>
              <a:buNone/>
              <a:defRPr sz="1200"/>
            </a:lvl7pPr>
            <a:lvl8pPr indent="-228600" lvl="7" marL="3657600" algn="l">
              <a:lnSpc>
                <a:spcPct val="90000"/>
              </a:lnSpc>
              <a:spcBef>
                <a:spcPts val="800"/>
              </a:spcBef>
              <a:spcAft>
                <a:spcPts val="0"/>
              </a:spcAft>
              <a:buSzPts val="960"/>
              <a:buNone/>
              <a:defRPr sz="1200"/>
            </a:lvl8pPr>
            <a:lvl9pPr indent="-228600" lvl="8" marL="4114800" algn="l">
              <a:lnSpc>
                <a:spcPct val="90000"/>
              </a:lnSpc>
              <a:spcBef>
                <a:spcPts val="800"/>
              </a:spcBef>
              <a:spcAft>
                <a:spcPts val="0"/>
              </a:spcAft>
              <a:buSzPts val="960"/>
              <a:buNone/>
              <a:defRPr sz="1200"/>
            </a:lvl9pPr>
          </a:lstStyle>
          <a:p/>
        </p:txBody>
      </p:sp>
      <p:sp>
        <p:nvSpPr>
          <p:cNvPr id="77" name="Google Shape;77;p24"/>
          <p:cNvSpPr txBox="1"/>
          <p:nvPr>
            <p:ph idx="2" type="body"/>
          </p:nvPr>
        </p:nvSpPr>
        <p:spPr>
          <a:xfrm>
            <a:off x="5484971" y="584200"/>
            <a:ext cx="6094413" cy="5588000"/>
          </a:xfrm>
          <a:prstGeom prst="rect">
            <a:avLst/>
          </a:prstGeom>
          <a:noFill/>
          <a:ln>
            <a:noFill/>
          </a:ln>
        </p:spPr>
        <p:txBody>
          <a:bodyPr anchorCtr="0" anchor="t" bIns="60925" lIns="121875" spcFirstLastPara="1" rIns="121875" wrap="square" tIns="60925">
            <a:normAutofit/>
          </a:bodyPr>
          <a:lstStyle>
            <a:lvl1pPr indent="-406400" lvl="0" marL="457200" algn="l">
              <a:lnSpc>
                <a:spcPct val="90000"/>
              </a:lnSpc>
              <a:spcBef>
                <a:spcPts val="1600"/>
              </a:spcBef>
              <a:spcAft>
                <a:spcPts val="0"/>
              </a:spcAft>
              <a:buSzPts val="2800"/>
              <a:buChar char="•"/>
              <a:defRPr sz="2800"/>
            </a:lvl1pPr>
            <a:lvl2pPr indent="-350519" lvl="1" marL="914400" algn="l">
              <a:lnSpc>
                <a:spcPct val="90000"/>
              </a:lnSpc>
              <a:spcBef>
                <a:spcPts val="800"/>
              </a:spcBef>
              <a:spcAft>
                <a:spcPts val="0"/>
              </a:spcAft>
              <a:buSzPts val="1920"/>
              <a:buChar char="•"/>
              <a:defRPr sz="2400"/>
            </a:lvl2pPr>
            <a:lvl3pPr indent="-330200" lvl="2" marL="1371600" algn="l">
              <a:lnSpc>
                <a:spcPct val="90000"/>
              </a:lnSpc>
              <a:spcBef>
                <a:spcPts val="800"/>
              </a:spcBef>
              <a:spcAft>
                <a:spcPts val="0"/>
              </a:spcAft>
              <a:buSzPts val="1600"/>
              <a:buChar char="•"/>
              <a:defRPr sz="2000"/>
            </a:lvl3pPr>
            <a:lvl4pPr indent="-330200" lvl="3" marL="1828800" algn="l">
              <a:lnSpc>
                <a:spcPct val="90000"/>
              </a:lnSpc>
              <a:spcBef>
                <a:spcPts val="800"/>
              </a:spcBef>
              <a:spcAft>
                <a:spcPts val="0"/>
              </a:spcAft>
              <a:buSzPts val="1600"/>
              <a:buChar char="•"/>
              <a:defRPr sz="2000"/>
            </a:lvl4pPr>
            <a:lvl5pPr indent="-330200" lvl="4" marL="2286000" algn="l">
              <a:lnSpc>
                <a:spcPct val="90000"/>
              </a:lnSpc>
              <a:spcBef>
                <a:spcPts val="800"/>
              </a:spcBef>
              <a:spcAft>
                <a:spcPts val="0"/>
              </a:spcAft>
              <a:buSzPts val="1600"/>
              <a:buChar char="•"/>
              <a:defRPr sz="2000"/>
            </a:lvl5pPr>
            <a:lvl6pPr indent="-330200" lvl="5" marL="2743200" algn="l">
              <a:lnSpc>
                <a:spcPct val="90000"/>
              </a:lnSpc>
              <a:spcBef>
                <a:spcPts val="800"/>
              </a:spcBef>
              <a:spcAft>
                <a:spcPts val="0"/>
              </a:spcAft>
              <a:buSzPts val="1600"/>
              <a:buChar char="•"/>
              <a:defRPr sz="2000"/>
            </a:lvl6pPr>
            <a:lvl7pPr indent="-330200" lvl="6" marL="3200400" algn="l">
              <a:lnSpc>
                <a:spcPct val="90000"/>
              </a:lnSpc>
              <a:spcBef>
                <a:spcPts val="800"/>
              </a:spcBef>
              <a:spcAft>
                <a:spcPts val="0"/>
              </a:spcAft>
              <a:buSzPts val="1600"/>
              <a:buChar char="•"/>
              <a:defRPr sz="2000"/>
            </a:lvl7pPr>
            <a:lvl8pPr indent="-330200" lvl="7" marL="3657600" algn="l">
              <a:lnSpc>
                <a:spcPct val="90000"/>
              </a:lnSpc>
              <a:spcBef>
                <a:spcPts val="800"/>
              </a:spcBef>
              <a:spcAft>
                <a:spcPts val="0"/>
              </a:spcAft>
              <a:buSzPts val="1600"/>
              <a:buChar char="•"/>
              <a:defRPr sz="2000"/>
            </a:lvl8pPr>
            <a:lvl9pPr indent="-330200" lvl="8" marL="4114800" algn="l">
              <a:lnSpc>
                <a:spcPct val="90000"/>
              </a:lnSpc>
              <a:spcBef>
                <a:spcPts val="800"/>
              </a:spcBef>
              <a:spcAft>
                <a:spcPts val="0"/>
              </a:spcAft>
              <a:buSzPts val="1600"/>
              <a:buChar char="•"/>
              <a:defRPr sz="2000"/>
            </a:lvl9pPr>
          </a:lstStyle>
          <a:p/>
        </p:txBody>
      </p:sp>
      <p:sp>
        <p:nvSpPr>
          <p:cNvPr id="78" name="Google Shape;78;p24"/>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4"/>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25"/>
          <p:cNvSpPr txBox="1"/>
          <p:nvPr>
            <p:ph type="title"/>
          </p:nvPr>
        </p:nvSpPr>
        <p:spPr>
          <a:xfrm>
            <a:off x="1218882" y="1701800"/>
            <a:ext cx="4062942" cy="2438400"/>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accent1"/>
              </a:buClr>
              <a:buSzPts val="2800"/>
              <a:buFont typeface="Calibri"/>
              <a:buNone/>
              <a:defRPr b="0" sz="2800"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5"/>
          <p:cNvSpPr txBox="1"/>
          <p:nvPr>
            <p:ph idx="1" type="body"/>
          </p:nvPr>
        </p:nvSpPr>
        <p:spPr>
          <a:xfrm>
            <a:off x="1218882" y="4241800"/>
            <a:ext cx="4062942" cy="1930400"/>
          </a:xfrm>
          <a:prstGeom prst="rect">
            <a:avLst/>
          </a:prstGeom>
          <a:noFill/>
          <a:ln>
            <a:noFill/>
          </a:ln>
        </p:spPr>
        <p:txBody>
          <a:bodyPr anchorCtr="0" anchor="t" bIns="60925" lIns="121875" spcFirstLastPara="1" rIns="121875" wrap="square" tIns="60925">
            <a:normAutofit/>
          </a:bodyPr>
          <a:lstStyle>
            <a:lvl1pPr indent="-228600" lvl="0" marL="457200" algn="l">
              <a:lnSpc>
                <a:spcPct val="90000"/>
              </a:lnSpc>
              <a:spcBef>
                <a:spcPts val="1600"/>
              </a:spcBef>
              <a:spcAft>
                <a:spcPts val="0"/>
              </a:spcAft>
              <a:buSzPts val="2000"/>
              <a:buNone/>
              <a:defRPr sz="2000"/>
            </a:lvl1pPr>
            <a:lvl2pPr indent="-228600" lvl="1" marL="914400" algn="l">
              <a:lnSpc>
                <a:spcPct val="90000"/>
              </a:lnSpc>
              <a:spcBef>
                <a:spcPts val="800"/>
              </a:spcBef>
              <a:spcAft>
                <a:spcPts val="0"/>
              </a:spcAft>
              <a:buSzPts val="1280"/>
              <a:buNone/>
              <a:defRPr sz="1600"/>
            </a:lvl2pPr>
            <a:lvl3pPr indent="-228600" lvl="2" marL="1371600" algn="l">
              <a:lnSpc>
                <a:spcPct val="90000"/>
              </a:lnSpc>
              <a:spcBef>
                <a:spcPts val="800"/>
              </a:spcBef>
              <a:spcAft>
                <a:spcPts val="0"/>
              </a:spcAft>
              <a:buSzPts val="1040"/>
              <a:buNone/>
              <a:defRPr sz="1300"/>
            </a:lvl3pPr>
            <a:lvl4pPr indent="-228600" lvl="3" marL="1828800" algn="l">
              <a:lnSpc>
                <a:spcPct val="90000"/>
              </a:lnSpc>
              <a:spcBef>
                <a:spcPts val="800"/>
              </a:spcBef>
              <a:spcAft>
                <a:spcPts val="0"/>
              </a:spcAft>
              <a:buSzPts val="960"/>
              <a:buNone/>
              <a:defRPr sz="1200"/>
            </a:lvl4pPr>
            <a:lvl5pPr indent="-228600" lvl="4" marL="2286000" algn="l">
              <a:lnSpc>
                <a:spcPct val="90000"/>
              </a:lnSpc>
              <a:spcBef>
                <a:spcPts val="800"/>
              </a:spcBef>
              <a:spcAft>
                <a:spcPts val="0"/>
              </a:spcAft>
              <a:buSzPts val="960"/>
              <a:buNone/>
              <a:defRPr sz="1200"/>
            </a:lvl5pPr>
            <a:lvl6pPr indent="-228600" lvl="5" marL="2743200" algn="l">
              <a:lnSpc>
                <a:spcPct val="90000"/>
              </a:lnSpc>
              <a:spcBef>
                <a:spcPts val="800"/>
              </a:spcBef>
              <a:spcAft>
                <a:spcPts val="0"/>
              </a:spcAft>
              <a:buSzPts val="960"/>
              <a:buNone/>
              <a:defRPr sz="1200"/>
            </a:lvl6pPr>
            <a:lvl7pPr indent="-228600" lvl="6" marL="3200400" algn="l">
              <a:lnSpc>
                <a:spcPct val="90000"/>
              </a:lnSpc>
              <a:spcBef>
                <a:spcPts val="800"/>
              </a:spcBef>
              <a:spcAft>
                <a:spcPts val="0"/>
              </a:spcAft>
              <a:buSzPts val="960"/>
              <a:buNone/>
              <a:defRPr sz="1200"/>
            </a:lvl7pPr>
            <a:lvl8pPr indent="-228600" lvl="7" marL="3657600" algn="l">
              <a:lnSpc>
                <a:spcPct val="90000"/>
              </a:lnSpc>
              <a:spcBef>
                <a:spcPts val="800"/>
              </a:spcBef>
              <a:spcAft>
                <a:spcPts val="0"/>
              </a:spcAft>
              <a:buSzPts val="960"/>
              <a:buNone/>
              <a:defRPr sz="1200"/>
            </a:lvl8pPr>
            <a:lvl9pPr indent="-228600" lvl="8" marL="4114800" algn="l">
              <a:lnSpc>
                <a:spcPct val="90000"/>
              </a:lnSpc>
              <a:spcBef>
                <a:spcPts val="800"/>
              </a:spcBef>
              <a:spcAft>
                <a:spcPts val="0"/>
              </a:spcAft>
              <a:buSzPts val="960"/>
              <a:buNone/>
              <a:defRPr sz="1200"/>
            </a:lvl9pPr>
          </a:lstStyle>
          <a:p/>
        </p:txBody>
      </p:sp>
      <p:sp>
        <p:nvSpPr>
          <p:cNvPr descr="An empty placeholder to add an image. Click on the placeholder and select the image that you wish to add." id="84" name="Google Shape;84;p25"/>
          <p:cNvSpPr/>
          <p:nvPr>
            <p:ph idx="2" type="pic"/>
          </p:nvPr>
        </p:nvSpPr>
        <p:spPr>
          <a:xfrm>
            <a:off x="5484971" y="584200"/>
            <a:ext cx="6094413" cy="5588000"/>
          </a:xfrm>
          <a:prstGeom prst="rect">
            <a:avLst/>
          </a:prstGeom>
          <a:noFill/>
          <a:ln cap="flat" cmpd="sng" w="12700">
            <a:solidFill>
              <a:srgbClr val="3F3F3F"/>
            </a:solidFill>
            <a:prstDash val="solid"/>
            <a:miter lim="800000"/>
            <a:headEnd len="sm" w="sm" type="none"/>
            <a:tailEnd len="sm" w="sm" type="none"/>
          </a:ln>
        </p:spPr>
      </p:sp>
      <p:sp>
        <p:nvSpPr>
          <p:cNvPr id="85" name="Google Shape;85;p25"/>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5"/>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5"/>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26"/>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6"/>
          <p:cNvSpPr txBox="1"/>
          <p:nvPr>
            <p:ph idx="1" type="body"/>
          </p:nvPr>
        </p:nvSpPr>
        <p:spPr>
          <a:xfrm rot="5400000">
            <a:off x="4167998" y="-1247317"/>
            <a:ext cx="4462272" cy="10360501"/>
          </a:xfrm>
          <a:prstGeom prst="rect">
            <a:avLst/>
          </a:prstGeom>
          <a:noFill/>
          <a:ln>
            <a:noFill/>
          </a:ln>
        </p:spPr>
        <p:txBody>
          <a:bodyPr anchorCtr="0" anchor="t" bIns="60925" lIns="121875" spcFirstLastPara="1" rIns="121875" wrap="square" tIns="60925">
            <a:normAutofit/>
          </a:bodyPr>
          <a:lstStyle>
            <a:lvl1pPr indent="-342900" lvl="0" marL="457200" algn="l">
              <a:lnSpc>
                <a:spcPct val="90000"/>
              </a:lnSpc>
              <a:spcBef>
                <a:spcPts val="1600"/>
              </a:spcBef>
              <a:spcAft>
                <a:spcPts val="0"/>
              </a:spcAft>
              <a:buSzPts val="1800"/>
              <a:buChar char="•"/>
              <a:defRPr/>
            </a:lvl1pPr>
            <a:lvl2pPr indent="-320040" lvl="1" marL="914400" algn="l">
              <a:lnSpc>
                <a:spcPct val="90000"/>
              </a:lnSpc>
              <a:spcBef>
                <a:spcPts val="800"/>
              </a:spcBef>
              <a:spcAft>
                <a:spcPts val="0"/>
              </a:spcAft>
              <a:buSzPts val="1440"/>
              <a:buChar char="•"/>
              <a:defRPr/>
            </a:lvl2pPr>
            <a:lvl3pPr indent="-320039" lvl="2" marL="1371600" algn="l">
              <a:lnSpc>
                <a:spcPct val="90000"/>
              </a:lnSpc>
              <a:spcBef>
                <a:spcPts val="800"/>
              </a:spcBef>
              <a:spcAft>
                <a:spcPts val="0"/>
              </a:spcAft>
              <a:buSzPts val="1440"/>
              <a:buChar char="•"/>
              <a:defRPr/>
            </a:lvl3pPr>
            <a:lvl4pPr indent="-320039" lvl="3" marL="1828800" algn="l">
              <a:lnSpc>
                <a:spcPct val="90000"/>
              </a:lnSpc>
              <a:spcBef>
                <a:spcPts val="800"/>
              </a:spcBef>
              <a:spcAft>
                <a:spcPts val="0"/>
              </a:spcAft>
              <a:buSzPts val="1440"/>
              <a:buChar char="•"/>
              <a:defRPr/>
            </a:lvl4pPr>
            <a:lvl5pPr indent="-330200" lvl="4" marL="2286000" algn="l">
              <a:lnSpc>
                <a:spcPct val="90000"/>
              </a:lnSpc>
              <a:spcBef>
                <a:spcPts val="800"/>
              </a:spcBef>
              <a:spcAft>
                <a:spcPts val="0"/>
              </a:spcAft>
              <a:buSzPts val="1600"/>
              <a:buChar char="•"/>
              <a:defRPr/>
            </a:lvl5pPr>
            <a:lvl6pPr indent="-330200" lvl="5" marL="2743200" algn="l">
              <a:lnSpc>
                <a:spcPct val="90000"/>
              </a:lnSpc>
              <a:spcBef>
                <a:spcPts val="800"/>
              </a:spcBef>
              <a:spcAft>
                <a:spcPts val="0"/>
              </a:spcAft>
              <a:buSzPts val="1600"/>
              <a:buChar char="•"/>
              <a:defRPr/>
            </a:lvl6pPr>
            <a:lvl7pPr indent="-330200" lvl="6" marL="3200400" algn="l">
              <a:lnSpc>
                <a:spcPct val="90000"/>
              </a:lnSpc>
              <a:spcBef>
                <a:spcPts val="800"/>
              </a:spcBef>
              <a:spcAft>
                <a:spcPts val="0"/>
              </a:spcAft>
              <a:buSzPts val="1600"/>
              <a:buChar char="•"/>
              <a:defRPr/>
            </a:lvl7pPr>
            <a:lvl8pPr indent="-330200" lvl="7" marL="3657600" algn="l">
              <a:lnSpc>
                <a:spcPct val="90000"/>
              </a:lnSpc>
              <a:spcBef>
                <a:spcPts val="800"/>
              </a:spcBef>
              <a:spcAft>
                <a:spcPts val="0"/>
              </a:spcAft>
              <a:buSzPts val="1600"/>
              <a:buChar char="•"/>
              <a:defRPr/>
            </a:lvl8pPr>
            <a:lvl9pPr indent="-330200" lvl="8" marL="4114800" algn="l">
              <a:lnSpc>
                <a:spcPct val="90000"/>
              </a:lnSpc>
              <a:spcBef>
                <a:spcPts val="800"/>
              </a:spcBef>
              <a:spcAft>
                <a:spcPts val="0"/>
              </a:spcAft>
              <a:buSzPts val="1600"/>
              <a:buChar char="•"/>
              <a:defRPr/>
            </a:lvl9pPr>
          </a:lstStyle>
          <a:p/>
        </p:txBody>
      </p:sp>
      <p:sp>
        <p:nvSpPr>
          <p:cNvPr id="91" name="Google Shape;91;p26"/>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6"/>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6"/>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27"/>
          <p:cNvSpPr txBox="1"/>
          <p:nvPr>
            <p:ph type="title"/>
          </p:nvPr>
        </p:nvSpPr>
        <p:spPr>
          <a:xfrm rot="5400000">
            <a:off x="7414141" y="2006957"/>
            <a:ext cx="5588000" cy="2742486"/>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7"/>
          <p:cNvSpPr txBox="1"/>
          <p:nvPr>
            <p:ph idx="1" type="body"/>
          </p:nvPr>
        </p:nvSpPr>
        <p:spPr>
          <a:xfrm rot="5400000">
            <a:off x="2132317" y="-329235"/>
            <a:ext cx="5588000" cy="7414869"/>
          </a:xfrm>
          <a:prstGeom prst="rect">
            <a:avLst/>
          </a:prstGeom>
          <a:noFill/>
          <a:ln>
            <a:noFill/>
          </a:ln>
        </p:spPr>
        <p:txBody>
          <a:bodyPr anchorCtr="0" anchor="t" bIns="60925" lIns="121875" spcFirstLastPara="1" rIns="121875" wrap="square" tIns="60925">
            <a:normAutofit/>
          </a:bodyPr>
          <a:lstStyle>
            <a:lvl1pPr indent="-342900" lvl="0" marL="457200" algn="l">
              <a:lnSpc>
                <a:spcPct val="90000"/>
              </a:lnSpc>
              <a:spcBef>
                <a:spcPts val="1600"/>
              </a:spcBef>
              <a:spcAft>
                <a:spcPts val="0"/>
              </a:spcAft>
              <a:buSzPts val="1800"/>
              <a:buChar char="•"/>
              <a:defRPr/>
            </a:lvl1pPr>
            <a:lvl2pPr indent="-320040" lvl="1" marL="914400" algn="l">
              <a:lnSpc>
                <a:spcPct val="90000"/>
              </a:lnSpc>
              <a:spcBef>
                <a:spcPts val="800"/>
              </a:spcBef>
              <a:spcAft>
                <a:spcPts val="0"/>
              </a:spcAft>
              <a:buSzPts val="1440"/>
              <a:buChar char="•"/>
              <a:defRPr/>
            </a:lvl2pPr>
            <a:lvl3pPr indent="-320039" lvl="2" marL="1371600" algn="l">
              <a:lnSpc>
                <a:spcPct val="90000"/>
              </a:lnSpc>
              <a:spcBef>
                <a:spcPts val="800"/>
              </a:spcBef>
              <a:spcAft>
                <a:spcPts val="0"/>
              </a:spcAft>
              <a:buSzPts val="1440"/>
              <a:buChar char="•"/>
              <a:defRPr/>
            </a:lvl3pPr>
            <a:lvl4pPr indent="-320039" lvl="3" marL="1828800" algn="l">
              <a:lnSpc>
                <a:spcPct val="90000"/>
              </a:lnSpc>
              <a:spcBef>
                <a:spcPts val="800"/>
              </a:spcBef>
              <a:spcAft>
                <a:spcPts val="0"/>
              </a:spcAft>
              <a:buSzPts val="1440"/>
              <a:buChar char="•"/>
              <a:defRPr/>
            </a:lvl4pPr>
            <a:lvl5pPr indent="-330200" lvl="4" marL="2286000" algn="l">
              <a:lnSpc>
                <a:spcPct val="90000"/>
              </a:lnSpc>
              <a:spcBef>
                <a:spcPts val="800"/>
              </a:spcBef>
              <a:spcAft>
                <a:spcPts val="0"/>
              </a:spcAft>
              <a:buSzPts val="1600"/>
              <a:buChar char="•"/>
              <a:defRPr/>
            </a:lvl5pPr>
            <a:lvl6pPr indent="-330200" lvl="5" marL="2743200" algn="l">
              <a:lnSpc>
                <a:spcPct val="90000"/>
              </a:lnSpc>
              <a:spcBef>
                <a:spcPts val="800"/>
              </a:spcBef>
              <a:spcAft>
                <a:spcPts val="0"/>
              </a:spcAft>
              <a:buSzPts val="1600"/>
              <a:buChar char="•"/>
              <a:defRPr/>
            </a:lvl6pPr>
            <a:lvl7pPr indent="-330200" lvl="6" marL="3200400" algn="l">
              <a:lnSpc>
                <a:spcPct val="90000"/>
              </a:lnSpc>
              <a:spcBef>
                <a:spcPts val="800"/>
              </a:spcBef>
              <a:spcAft>
                <a:spcPts val="0"/>
              </a:spcAft>
              <a:buSzPts val="1600"/>
              <a:buChar char="•"/>
              <a:defRPr/>
            </a:lvl7pPr>
            <a:lvl8pPr indent="-330200" lvl="7" marL="3657600" algn="l">
              <a:lnSpc>
                <a:spcPct val="90000"/>
              </a:lnSpc>
              <a:spcBef>
                <a:spcPts val="800"/>
              </a:spcBef>
              <a:spcAft>
                <a:spcPts val="0"/>
              </a:spcAft>
              <a:buSzPts val="1600"/>
              <a:buChar char="•"/>
              <a:defRPr/>
            </a:lvl8pPr>
            <a:lvl9pPr indent="-330200" lvl="8" marL="4114800" algn="l">
              <a:lnSpc>
                <a:spcPct val="90000"/>
              </a:lnSpc>
              <a:spcBef>
                <a:spcPts val="800"/>
              </a:spcBef>
              <a:spcAft>
                <a:spcPts val="0"/>
              </a:spcAft>
              <a:buSzPts val="1600"/>
              <a:buChar char="•"/>
              <a:defRPr/>
            </a:lvl9pPr>
          </a:lstStyle>
          <a:p/>
        </p:txBody>
      </p:sp>
      <p:sp>
        <p:nvSpPr>
          <p:cNvPr id="97" name="Google Shape;97;p27"/>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7"/>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7"/>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85000">
              <a:srgbClr val="0D172F"/>
            </a:gs>
            <a:gs pos="100000">
              <a:srgbClr val="122041"/>
            </a:gs>
          </a:gsLst>
          <a:lin ang="3600000" scaled="0"/>
        </a:gradFill>
      </p:bgPr>
    </p:bg>
    <p:spTree>
      <p:nvGrpSpPr>
        <p:cNvPr id="9" name="Shape 9"/>
        <p:cNvGrpSpPr/>
        <p:nvPr/>
      </p:nvGrpSpPr>
      <p:grpSpPr>
        <a:xfrm>
          <a:off x="0" y="0"/>
          <a:ext cx="0" cy="0"/>
          <a:chOff x="0" y="0"/>
          <a:chExt cx="0" cy="0"/>
        </a:xfrm>
      </p:grpSpPr>
      <p:grpSp>
        <p:nvGrpSpPr>
          <p:cNvPr id="10" name="Google Shape;10;p16"/>
          <p:cNvGrpSpPr/>
          <p:nvPr/>
        </p:nvGrpSpPr>
        <p:grpSpPr>
          <a:xfrm>
            <a:off x="-15870" y="-3174"/>
            <a:ext cx="819993" cy="5229225"/>
            <a:chOff x="-11906" y="-2381"/>
            <a:chExt cx="615155" cy="3921919"/>
          </a:xfrm>
        </p:grpSpPr>
        <p:sp>
          <p:nvSpPr>
            <p:cNvPr id="11" name="Google Shape;11;p16"/>
            <p:cNvSpPr/>
            <p:nvPr/>
          </p:nvSpPr>
          <p:spPr>
            <a:xfrm>
              <a:off x="-9526" y="0"/>
              <a:ext cx="612775" cy="3919538"/>
            </a:xfrm>
            <a:custGeom>
              <a:rect b="b" l="l" r="r" t="t"/>
              <a:pathLst>
                <a:path extrusionOk="0" h="3919538" w="612775">
                  <a:moveTo>
                    <a:pt x="0" y="3919538"/>
                  </a:moveTo>
                  <a:lnTo>
                    <a:pt x="612775" y="2984500"/>
                  </a:lnTo>
                  <a:lnTo>
                    <a:pt x="612775" y="0"/>
                  </a:lnTo>
                </a:path>
              </a:pathLst>
            </a:custGeom>
            <a:noFill/>
            <a:ln cap="flat" cmpd="sng" w="38100">
              <a:solidFill>
                <a:srgbClr val="00727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2" name="Google Shape;12;p16"/>
            <p:cNvSpPr/>
            <p:nvPr/>
          </p:nvSpPr>
          <p:spPr>
            <a:xfrm>
              <a:off x="-11906" y="0"/>
              <a:ext cx="410751" cy="3421856"/>
            </a:xfrm>
            <a:custGeom>
              <a:rect b="b" l="l" r="r" t="t"/>
              <a:pathLst>
                <a:path extrusionOk="0" h="3421856" w="410751">
                  <a:moveTo>
                    <a:pt x="0" y="3421856"/>
                  </a:moveTo>
                  <a:lnTo>
                    <a:pt x="410751" y="2798680"/>
                  </a:lnTo>
                  <a:lnTo>
                    <a:pt x="409575" y="0"/>
                  </a:lnTo>
                </a:path>
              </a:pathLst>
            </a:custGeom>
            <a:noFill/>
            <a:ln cap="flat" cmpd="sng" w="28575">
              <a:solidFill>
                <a:srgbClr val="00727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3" name="Google Shape;13;p16"/>
            <p:cNvSpPr/>
            <p:nvPr/>
          </p:nvSpPr>
          <p:spPr>
            <a:xfrm>
              <a:off x="-7144" y="-2381"/>
              <a:ext cx="238919" cy="2976561"/>
            </a:xfrm>
            <a:custGeom>
              <a:rect b="b" l="l" r="r" t="t"/>
              <a:pathLst>
                <a:path extrusionOk="0" h="2976561" w="238919">
                  <a:moveTo>
                    <a:pt x="0" y="2976561"/>
                  </a:moveTo>
                  <a:lnTo>
                    <a:pt x="238919" y="2616170"/>
                  </a:lnTo>
                  <a:cubicBezTo>
                    <a:pt x="238654" y="1744113"/>
                    <a:pt x="238390" y="872057"/>
                    <a:pt x="238125" y="0"/>
                  </a:cubicBezTo>
                </a:path>
              </a:pathLst>
            </a:custGeom>
            <a:noFill/>
            <a:ln cap="flat" cmpd="sng" w="25400">
              <a:solidFill>
                <a:srgbClr val="004C4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grpSp>
      <p:sp>
        <p:nvSpPr>
          <p:cNvPr id="14" name="Google Shape;14;p16"/>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lvl1pPr lvl="0" marR="0" rtl="0" algn="l">
              <a:lnSpc>
                <a:spcPct val="9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6"/>
          <p:cNvSpPr txBox="1"/>
          <p:nvPr>
            <p:ph idx="1" type="body"/>
          </p:nvPr>
        </p:nvSpPr>
        <p:spPr>
          <a:xfrm>
            <a:off x="1218883" y="1701797"/>
            <a:ext cx="10360501" cy="4462272"/>
          </a:xfrm>
          <a:prstGeom prst="rect">
            <a:avLst/>
          </a:prstGeom>
          <a:noFill/>
          <a:ln>
            <a:noFill/>
          </a:ln>
        </p:spPr>
        <p:txBody>
          <a:bodyPr anchorCtr="0" anchor="t" bIns="60925" lIns="121875" spcFirstLastPara="1" rIns="121875" wrap="square" tIns="60925">
            <a:normAutofit/>
          </a:bodyPr>
          <a:lstStyle>
            <a:lvl1pPr indent="-406400" lvl="0" marL="457200" marR="0" rtl="0" algn="l">
              <a:lnSpc>
                <a:spcPct val="90000"/>
              </a:lnSpc>
              <a:spcBef>
                <a:spcPts val="1600"/>
              </a:spcBef>
              <a:spcAft>
                <a:spcPts val="0"/>
              </a:spcAft>
              <a:buClr>
                <a:schemeClr val="accent1"/>
              </a:buClr>
              <a:buSzPts val="2800"/>
              <a:buFont typeface="Arial"/>
              <a:buChar char="•"/>
              <a:defRPr b="0" i="0" sz="2800" u="none" cap="none" strike="noStrike">
                <a:solidFill>
                  <a:schemeClr val="lt1"/>
                </a:solidFill>
                <a:latin typeface="Calibri"/>
                <a:ea typeface="Calibri"/>
                <a:cs typeface="Calibri"/>
                <a:sym typeface="Calibri"/>
              </a:defRPr>
            </a:lvl1pPr>
            <a:lvl2pPr indent="-350519" lvl="1" marL="914400" marR="0" rtl="0" algn="l">
              <a:lnSpc>
                <a:spcPct val="90000"/>
              </a:lnSpc>
              <a:spcBef>
                <a:spcPts val="800"/>
              </a:spcBef>
              <a:spcAft>
                <a:spcPts val="0"/>
              </a:spcAft>
              <a:buClr>
                <a:schemeClr val="accent1"/>
              </a:buClr>
              <a:buSzPts val="1920"/>
              <a:buFont typeface="Arial"/>
              <a:buChar char="•"/>
              <a:defRPr b="0" i="0" sz="2400" u="none" cap="none" strike="noStrike">
                <a:solidFill>
                  <a:schemeClr val="lt1"/>
                </a:solidFill>
                <a:latin typeface="Calibri"/>
                <a:ea typeface="Calibri"/>
                <a:cs typeface="Calibri"/>
                <a:sym typeface="Calibri"/>
              </a:defRPr>
            </a:lvl2pPr>
            <a:lvl3pPr indent="-330200" lvl="2" marL="13716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3pPr>
            <a:lvl4pPr indent="-330200" lvl="3" marL="18288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4pPr>
            <a:lvl5pPr indent="-330200" lvl="4" marL="22860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5pPr>
            <a:lvl6pPr indent="-330200" lvl="5" marL="27432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6pPr>
            <a:lvl7pPr indent="-330200" lvl="6" marL="32004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7pPr>
            <a:lvl8pPr indent="-330200" lvl="7" marL="36576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8pPr>
            <a:lvl9pPr indent="-330200" lvl="8" marL="4114800" marR="0" rtl="0" algn="l">
              <a:lnSpc>
                <a:spcPct val="90000"/>
              </a:lnSpc>
              <a:spcBef>
                <a:spcPts val="800"/>
              </a:spcBef>
              <a:spcAft>
                <a:spcPts val="0"/>
              </a:spcAft>
              <a:buClr>
                <a:schemeClr val="accent1"/>
              </a:buClr>
              <a:buSzPts val="1600"/>
              <a:buFont typeface="Arial"/>
              <a:buChar char="•"/>
              <a:defRPr b="0" i="0" sz="2000" u="none" cap="none" strike="noStrike">
                <a:solidFill>
                  <a:schemeClr val="lt1"/>
                </a:solidFill>
                <a:latin typeface="Calibri"/>
                <a:ea typeface="Calibri"/>
                <a:cs typeface="Calibri"/>
                <a:sym typeface="Calibri"/>
              </a:defRPr>
            </a:lvl9pPr>
          </a:lstStyle>
          <a:p/>
        </p:txBody>
      </p:sp>
      <p:sp>
        <p:nvSpPr>
          <p:cNvPr id="16" name="Google Shape;16;p16"/>
          <p:cNvSpPr txBox="1"/>
          <p:nvPr>
            <p:ph idx="10" type="dt"/>
          </p:nvPr>
        </p:nvSpPr>
        <p:spPr>
          <a:xfrm>
            <a:off x="1218882" y="6356352"/>
            <a:ext cx="2234618" cy="365125"/>
          </a:xfrm>
          <a:prstGeom prst="rect">
            <a:avLst/>
          </a:prstGeom>
          <a:noFill/>
          <a:ln>
            <a:noFill/>
          </a:ln>
        </p:spPr>
        <p:txBody>
          <a:bodyPr anchorCtr="0" anchor="ctr" bIns="60925" lIns="121875" spcFirstLastPara="1" rIns="121875" wrap="square" tIns="60925">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9pPr>
          </a:lstStyle>
          <a:p/>
        </p:txBody>
      </p:sp>
      <p:sp>
        <p:nvSpPr>
          <p:cNvPr id="17" name="Google Shape;17;p16"/>
          <p:cNvSpPr txBox="1"/>
          <p:nvPr>
            <p:ph idx="11" type="ftr"/>
          </p:nvPr>
        </p:nvSpPr>
        <p:spPr>
          <a:xfrm>
            <a:off x="3453501" y="6356352"/>
            <a:ext cx="5281824" cy="365125"/>
          </a:xfrm>
          <a:prstGeom prst="rect">
            <a:avLst/>
          </a:prstGeom>
          <a:noFill/>
          <a:ln>
            <a:noFill/>
          </a:ln>
        </p:spPr>
        <p:txBody>
          <a:bodyPr anchorCtr="0" anchor="ctr" bIns="60925" lIns="121875" spcFirstLastPara="1" rIns="121875" wrap="square" tIns="60925">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lt1"/>
                </a:solidFill>
                <a:latin typeface="Calibri"/>
                <a:ea typeface="Calibri"/>
                <a:cs typeface="Calibri"/>
                <a:sym typeface="Calibri"/>
              </a:defRPr>
            </a:lvl9pPr>
          </a:lstStyle>
          <a:p/>
        </p:txBody>
      </p:sp>
      <p:sp>
        <p:nvSpPr>
          <p:cNvPr id="18" name="Google Shape;18;p16"/>
          <p:cNvSpPr txBox="1"/>
          <p:nvPr>
            <p:ph idx="12" type="sldNum"/>
          </p:nvPr>
        </p:nvSpPr>
        <p:spPr>
          <a:xfrm>
            <a:off x="10563649" y="6356352"/>
            <a:ext cx="1015735" cy="365125"/>
          </a:xfrm>
          <a:prstGeom prst="rect">
            <a:avLst/>
          </a:prstGeom>
          <a:noFill/>
          <a:ln>
            <a:noFill/>
          </a:ln>
        </p:spPr>
        <p:txBody>
          <a:bodyPr anchorCtr="0" anchor="ctr" bIns="60925" lIns="121875" spcFirstLastPara="1" rIns="121875" wrap="square" tIns="60925">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1625176" y="584200"/>
            <a:ext cx="8735325" cy="2000251"/>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5400"/>
              <a:buFont typeface="Calibri"/>
              <a:buNone/>
            </a:pPr>
            <a:r>
              <a:rPr b="1" lang="en-US"/>
              <a:t>Cybersecurity in Autonomous Vehicles</a:t>
            </a:r>
            <a:endParaRPr/>
          </a:p>
        </p:txBody>
      </p:sp>
      <p:sp>
        <p:nvSpPr>
          <p:cNvPr id="105" name="Google Shape;105;p1"/>
          <p:cNvSpPr txBox="1"/>
          <p:nvPr>
            <p:ph idx="1" type="subTitle"/>
          </p:nvPr>
        </p:nvSpPr>
        <p:spPr>
          <a:xfrm>
            <a:off x="1625176" y="2616200"/>
            <a:ext cx="8735325" cy="1752600"/>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SzPts val="2800"/>
              <a:buNone/>
            </a:pPr>
            <a:r>
              <a:rPr lang="en-US"/>
              <a:t>MODULE 5.2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lang="en-US"/>
              <a:t>Agenda</a:t>
            </a:r>
            <a:endParaRPr/>
          </a:p>
        </p:txBody>
      </p:sp>
      <p:sp>
        <p:nvSpPr>
          <p:cNvPr id="111" name="Google Shape;111;p2"/>
          <p:cNvSpPr txBox="1"/>
          <p:nvPr>
            <p:ph idx="1" type="body"/>
          </p:nvPr>
        </p:nvSpPr>
        <p:spPr>
          <a:xfrm>
            <a:off x="1218883" y="1701797"/>
            <a:ext cx="10360501" cy="4462272"/>
          </a:xfrm>
          <a:prstGeom prst="rect">
            <a:avLst/>
          </a:prstGeom>
          <a:noFill/>
          <a:ln>
            <a:noFill/>
          </a:ln>
        </p:spPr>
        <p:txBody>
          <a:bodyPr anchorCtr="0" anchor="t" bIns="60925" lIns="121875" spcFirstLastPara="1" rIns="121875" wrap="square" tIns="60925">
            <a:normAutofit/>
          </a:bodyPr>
          <a:lstStyle/>
          <a:p>
            <a:pPr indent="-304747" lvl="0" marL="304747" rtl="0" algn="l">
              <a:lnSpc>
                <a:spcPct val="90000"/>
              </a:lnSpc>
              <a:spcBef>
                <a:spcPts val="0"/>
              </a:spcBef>
              <a:spcAft>
                <a:spcPts val="0"/>
              </a:spcAft>
              <a:buSzPts val="2800"/>
              <a:buChar char="•"/>
            </a:pPr>
            <a:r>
              <a:rPr lang="en-US"/>
              <a:t>How Autonomous systems work?</a:t>
            </a:r>
            <a:endParaRPr/>
          </a:p>
          <a:p>
            <a:pPr indent="-304747" lvl="0" marL="304747" rtl="0" algn="l">
              <a:lnSpc>
                <a:spcPct val="90000"/>
              </a:lnSpc>
              <a:spcBef>
                <a:spcPts val="1600"/>
              </a:spcBef>
              <a:spcAft>
                <a:spcPts val="0"/>
              </a:spcAft>
              <a:buSzPts val="2800"/>
              <a:buChar char="•"/>
            </a:pPr>
            <a:r>
              <a:rPr lang="en-US"/>
              <a:t>Why Autonomous Vehicles (AV) security matters</a:t>
            </a:r>
            <a:endParaRPr/>
          </a:p>
          <a:p>
            <a:pPr indent="-304747" lvl="0" marL="304747" rtl="0" algn="l">
              <a:lnSpc>
                <a:spcPct val="90000"/>
              </a:lnSpc>
              <a:spcBef>
                <a:spcPts val="1600"/>
              </a:spcBef>
              <a:spcAft>
                <a:spcPts val="0"/>
              </a:spcAft>
              <a:buSzPts val="2800"/>
              <a:buChar char="•"/>
            </a:pPr>
            <a:r>
              <a:rPr lang="en-US"/>
              <a:t>Threat Landscape</a:t>
            </a:r>
            <a:endParaRPr/>
          </a:p>
          <a:p>
            <a:pPr indent="-304746" lvl="0" marL="304746" rtl="0" algn="l">
              <a:lnSpc>
                <a:spcPct val="90000"/>
              </a:lnSpc>
              <a:spcBef>
                <a:spcPts val="1600"/>
              </a:spcBef>
              <a:spcAft>
                <a:spcPts val="0"/>
              </a:spcAft>
              <a:buSzPts val="2800"/>
              <a:buChar char="•"/>
            </a:pPr>
            <a:r>
              <a:rPr lang="en-US"/>
              <a:t>CAN Bus &amp; IDS</a:t>
            </a:r>
            <a:endParaRPr/>
          </a:p>
          <a:p>
            <a:pPr indent="-304747" lvl="0" marL="304747" rtl="0" algn="l">
              <a:lnSpc>
                <a:spcPct val="90000"/>
              </a:lnSpc>
              <a:spcBef>
                <a:spcPts val="1600"/>
              </a:spcBef>
              <a:spcAft>
                <a:spcPts val="0"/>
              </a:spcAft>
              <a:buSzPts val="2800"/>
              <a:buChar char="•"/>
            </a:pPr>
            <a:r>
              <a:rPr lang="en-US"/>
              <a:t>Sensor Spoofing</a:t>
            </a:r>
            <a:endParaRPr/>
          </a:p>
          <a:p>
            <a:pPr indent="-304747" lvl="0" marL="304747" rtl="0" algn="l">
              <a:lnSpc>
                <a:spcPct val="90000"/>
              </a:lnSpc>
              <a:spcBef>
                <a:spcPts val="1600"/>
              </a:spcBef>
              <a:spcAft>
                <a:spcPts val="0"/>
              </a:spcAft>
              <a:buSzPts val="2800"/>
              <a:buChar char="•"/>
            </a:pPr>
            <a:r>
              <a:rPr lang="en-US"/>
              <a:t>Putting It All Together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How Autonomous Systems Work?</a:t>
            </a:r>
            <a:endParaRPr/>
          </a:p>
        </p:txBody>
      </p:sp>
      <p:sp>
        <p:nvSpPr>
          <p:cNvPr id="118" name="Google Shape;118;p3"/>
          <p:cNvSpPr txBox="1"/>
          <p:nvPr>
            <p:ph idx="1" type="body"/>
          </p:nvPr>
        </p:nvSpPr>
        <p:spPr>
          <a:xfrm>
            <a:off x="1065212" y="1676400"/>
            <a:ext cx="10360501" cy="4462272"/>
          </a:xfrm>
          <a:prstGeom prst="rect">
            <a:avLst/>
          </a:prstGeom>
          <a:noFill/>
          <a:ln>
            <a:noFill/>
          </a:ln>
        </p:spPr>
        <p:txBody>
          <a:bodyPr anchorCtr="0" anchor="t" bIns="60925" lIns="121875" spcFirstLastPara="1" rIns="121875" wrap="square" tIns="60925">
            <a:normAutofit lnSpcReduction="10000"/>
          </a:bodyPr>
          <a:lstStyle/>
          <a:p>
            <a:pPr indent="-304747" lvl="0" marL="304747" rtl="0" algn="l">
              <a:lnSpc>
                <a:spcPct val="90000"/>
              </a:lnSpc>
              <a:spcBef>
                <a:spcPts val="0"/>
              </a:spcBef>
              <a:spcAft>
                <a:spcPts val="0"/>
              </a:spcAft>
              <a:buSzPts val="2800"/>
              <a:buChar char="•"/>
            </a:pPr>
            <a:r>
              <a:rPr b="1" lang="en-US"/>
              <a:t>Perception: </a:t>
            </a:r>
            <a:r>
              <a:rPr lang="en-US"/>
              <a:t>Sensors (Camera, LiDAR, RADAR, GPS) observe the environment. The vehicle builds a real-time picture of the world around it.</a:t>
            </a:r>
            <a:endParaRPr/>
          </a:p>
          <a:p>
            <a:pPr indent="-304747" lvl="0" marL="304747" rtl="0" algn="l">
              <a:lnSpc>
                <a:spcPct val="90000"/>
              </a:lnSpc>
              <a:spcBef>
                <a:spcPts val="1600"/>
              </a:spcBef>
              <a:spcAft>
                <a:spcPts val="0"/>
              </a:spcAft>
              <a:buSzPts val="2800"/>
              <a:buChar char="•"/>
            </a:pPr>
            <a:r>
              <a:rPr b="1" lang="en-US"/>
              <a:t>Prediction: </a:t>
            </a:r>
            <a:r>
              <a:rPr lang="en-US"/>
              <a:t>ML models interpret sensor data to classify objects, detect pedestrians, read traffic signs, and anticipate what other vehicles will do.</a:t>
            </a:r>
            <a:endParaRPr/>
          </a:p>
          <a:p>
            <a:pPr indent="-304747" lvl="0" marL="304747" rtl="0" algn="l">
              <a:lnSpc>
                <a:spcPct val="90000"/>
              </a:lnSpc>
              <a:spcBef>
                <a:spcPts val="1600"/>
              </a:spcBef>
              <a:spcAft>
                <a:spcPts val="0"/>
              </a:spcAft>
              <a:buSzPts val="2800"/>
              <a:buChar char="•"/>
            </a:pPr>
            <a:r>
              <a:rPr b="1" lang="en-US"/>
              <a:t>Planning: </a:t>
            </a:r>
            <a:r>
              <a:rPr lang="en-US"/>
              <a:t>The system decides the safest path, speed, and maneuver based on predicted states of the environment.</a:t>
            </a:r>
            <a:endParaRPr/>
          </a:p>
          <a:p>
            <a:pPr indent="-304747" lvl="0" marL="304747" rtl="0" algn="l">
              <a:lnSpc>
                <a:spcPct val="90000"/>
              </a:lnSpc>
              <a:spcBef>
                <a:spcPts val="1600"/>
              </a:spcBef>
              <a:spcAft>
                <a:spcPts val="0"/>
              </a:spcAft>
              <a:buSzPts val="2800"/>
              <a:buChar char="•"/>
            </a:pPr>
            <a:r>
              <a:rPr b="1" lang="en-US"/>
              <a:t>Action: </a:t>
            </a:r>
            <a:r>
              <a:rPr lang="en-US"/>
              <a:t>Commands are sent over the CAN bus to actuators — brakes, throttle, steering — to execute the plan.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lang="en-US"/>
              <a:t>Why Autonomous Vehicles (AV) security matters?</a:t>
            </a:r>
            <a:endParaRPr/>
          </a:p>
        </p:txBody>
      </p:sp>
      <p:sp>
        <p:nvSpPr>
          <p:cNvPr id="124" name="Google Shape;124;p4"/>
          <p:cNvSpPr txBox="1"/>
          <p:nvPr>
            <p:ph idx="1" type="body"/>
          </p:nvPr>
        </p:nvSpPr>
        <p:spPr>
          <a:xfrm>
            <a:off x="1065212" y="1676400"/>
            <a:ext cx="10360501" cy="4462272"/>
          </a:xfrm>
          <a:prstGeom prst="rect">
            <a:avLst/>
          </a:prstGeom>
          <a:noFill/>
          <a:ln>
            <a:noFill/>
          </a:ln>
        </p:spPr>
        <p:txBody>
          <a:bodyPr anchorCtr="0" anchor="t" bIns="60925" lIns="121875" spcFirstLastPara="1" rIns="121875" wrap="square" tIns="60925">
            <a:normAutofit/>
          </a:bodyPr>
          <a:lstStyle/>
          <a:p>
            <a:pPr indent="-304747" lvl="0" marL="304747" rtl="0" algn="l">
              <a:lnSpc>
                <a:spcPct val="90000"/>
              </a:lnSpc>
              <a:spcBef>
                <a:spcPts val="0"/>
              </a:spcBef>
              <a:spcAft>
                <a:spcPts val="0"/>
              </a:spcAft>
              <a:buSzPts val="2800"/>
              <a:buChar char="•"/>
            </a:pPr>
            <a:r>
              <a:rPr lang="en-US"/>
              <a:t>Software directly controls steering, braking and acceleration</a:t>
            </a:r>
            <a:endParaRPr/>
          </a:p>
          <a:p>
            <a:pPr indent="-304747" lvl="0" marL="304747" rtl="0" algn="l">
              <a:lnSpc>
                <a:spcPct val="90000"/>
              </a:lnSpc>
              <a:spcBef>
                <a:spcPts val="1600"/>
              </a:spcBef>
              <a:spcAft>
                <a:spcPts val="0"/>
              </a:spcAft>
              <a:buSzPts val="2800"/>
              <a:buChar char="•"/>
            </a:pPr>
            <a:r>
              <a:rPr lang="en-US"/>
              <a:t>Large attack surface: sensors, ECUs, V2X, cloud</a:t>
            </a:r>
            <a:endParaRPr/>
          </a:p>
          <a:p>
            <a:pPr indent="-304747" lvl="0" marL="304747" rtl="0" algn="l">
              <a:lnSpc>
                <a:spcPct val="90000"/>
              </a:lnSpc>
              <a:spcBef>
                <a:spcPts val="1600"/>
              </a:spcBef>
              <a:spcAft>
                <a:spcPts val="0"/>
              </a:spcAft>
              <a:buSzPts val="2800"/>
              <a:buChar char="•"/>
            </a:pPr>
            <a:r>
              <a:rPr lang="en-US"/>
              <a:t>Cyberattacks can cause real-world physical harm</a:t>
            </a:r>
            <a:endParaRPr/>
          </a:p>
          <a:p>
            <a:pPr indent="-304747" lvl="0" marL="304747" rtl="0" algn="l">
              <a:lnSpc>
                <a:spcPct val="90000"/>
              </a:lnSpc>
              <a:spcBef>
                <a:spcPts val="1600"/>
              </a:spcBef>
              <a:spcAft>
                <a:spcPts val="0"/>
              </a:spcAft>
              <a:buSzPts val="2800"/>
              <a:buChar char="•"/>
            </a:pPr>
            <a:r>
              <a:rPr lang="en-US"/>
              <a:t>Breaches damage regulatory compliance and public trust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The AV attack surface</a:t>
            </a:r>
            <a:endParaRPr/>
          </a:p>
        </p:txBody>
      </p:sp>
      <p:pic>
        <p:nvPicPr>
          <p:cNvPr descr="The diagram illustrates a cybersecurity infrastructure with various components such as IDS (Intrusion Detection System), OTA (Over-The-Air), AP (Access Point), EC (Electronic Control), sensors, AV (Antivirus), V2x (Vulnerability Assessment), cloud services, external systems, control units, and threats like sensor manipulation, DDoS (Distributed Denial of Service) attacks, and data breaches.&#10;&#10;AI-generated content may be incorrect." id="131" name="Google Shape;131;p5"/>
          <p:cNvPicPr preferRelativeResize="0"/>
          <p:nvPr/>
        </p:nvPicPr>
        <p:blipFill rotWithShape="1">
          <a:blip r:embed="rId3">
            <a:alphaModFix/>
          </a:blip>
          <a:srcRect b="0" l="0" r="0" t="0"/>
          <a:stretch/>
        </p:blipFill>
        <p:spPr>
          <a:xfrm>
            <a:off x="1218883" y="2162003"/>
            <a:ext cx="5078677" cy="3555073"/>
          </a:xfrm>
          <a:prstGeom prst="rect">
            <a:avLst/>
          </a:prstGeom>
          <a:noFill/>
          <a:ln>
            <a:noFill/>
          </a:ln>
        </p:spPr>
      </p:pic>
      <p:sp>
        <p:nvSpPr>
          <p:cNvPr id="132" name="Google Shape;132;p5"/>
          <p:cNvSpPr txBox="1"/>
          <p:nvPr>
            <p:ph idx="2" type="body"/>
          </p:nvPr>
        </p:nvSpPr>
        <p:spPr>
          <a:xfrm>
            <a:off x="6500707" y="1706880"/>
            <a:ext cx="5078677" cy="4465320"/>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SzPts val="1800"/>
              <a:buNone/>
            </a:pPr>
            <a:r>
              <a:rPr lang="en-US" sz="1800"/>
              <a:t>Attackers can target every layer of an AV</a:t>
            </a:r>
            <a:endParaRPr/>
          </a:p>
          <a:p>
            <a:pPr indent="0" lvl="0" marL="0" rtl="0" algn="l">
              <a:lnSpc>
                <a:spcPct val="90000"/>
              </a:lnSpc>
              <a:spcBef>
                <a:spcPts val="1600"/>
              </a:spcBef>
              <a:spcAft>
                <a:spcPts val="0"/>
              </a:spcAft>
              <a:buSzPts val="1800"/>
              <a:buNone/>
            </a:pPr>
            <a:r>
              <a:t/>
            </a:r>
            <a:endParaRPr sz="1800"/>
          </a:p>
          <a:p>
            <a:pPr indent="-304747" lvl="0" marL="304747" rtl="0" algn="l">
              <a:lnSpc>
                <a:spcPct val="90000"/>
              </a:lnSpc>
              <a:spcBef>
                <a:spcPts val="1600"/>
              </a:spcBef>
              <a:spcAft>
                <a:spcPts val="0"/>
              </a:spcAft>
              <a:buSzPts val="1800"/>
              <a:buChar char="•"/>
            </a:pPr>
            <a:r>
              <a:rPr b="1" lang="en-US" sz="1800"/>
              <a:t>Physical / Sensor Layer: </a:t>
            </a:r>
            <a:r>
              <a:rPr lang="en-US" sz="1800"/>
              <a:t>GPS Spoofing, LiDAR laser injection, camera blinding, ultrasound jamming</a:t>
            </a:r>
            <a:endParaRPr/>
          </a:p>
          <a:p>
            <a:pPr indent="-304747" lvl="0" marL="304747" rtl="0" algn="l">
              <a:lnSpc>
                <a:spcPct val="90000"/>
              </a:lnSpc>
              <a:spcBef>
                <a:spcPts val="1600"/>
              </a:spcBef>
              <a:spcAft>
                <a:spcPts val="0"/>
              </a:spcAft>
              <a:buSzPts val="1800"/>
              <a:buChar char="•"/>
            </a:pPr>
            <a:r>
              <a:rPr b="1" lang="en-US" sz="1800"/>
              <a:t>In-Vehicle Network (CAN Bus): </a:t>
            </a:r>
            <a:r>
              <a:rPr lang="en-US" sz="1800"/>
              <a:t>DoS Flooding, message spoofing, replay attacks, fuzzy frame injection</a:t>
            </a:r>
            <a:endParaRPr/>
          </a:p>
          <a:p>
            <a:pPr indent="-304747" lvl="0" marL="304747" rtl="0" algn="l">
              <a:lnSpc>
                <a:spcPct val="90000"/>
              </a:lnSpc>
              <a:spcBef>
                <a:spcPts val="1600"/>
              </a:spcBef>
              <a:spcAft>
                <a:spcPts val="0"/>
              </a:spcAft>
              <a:buSzPts val="1800"/>
              <a:buChar char="•"/>
            </a:pPr>
            <a:r>
              <a:rPr b="1" lang="en-US" sz="1800"/>
              <a:t>Perception: </a:t>
            </a:r>
            <a:r>
              <a:rPr lang="en-US" sz="1800"/>
              <a:t>Adversarial patches on traffic sign boards, FGSM image perturbations, model poisoning</a:t>
            </a:r>
            <a:endParaRPr/>
          </a:p>
          <a:p>
            <a:pPr indent="-304747" lvl="0" marL="304747" rtl="0" algn="l">
              <a:lnSpc>
                <a:spcPct val="90000"/>
              </a:lnSpc>
              <a:spcBef>
                <a:spcPts val="1600"/>
              </a:spcBef>
              <a:spcAft>
                <a:spcPts val="0"/>
              </a:spcAft>
              <a:buSzPts val="1800"/>
              <a:buChar char="•"/>
            </a:pPr>
            <a:r>
              <a:rPr lang="en-US" sz="1800"/>
              <a:t>Communication layer: V2X replay attacks, man-in-the-middle on OTA updates</a:t>
            </a:r>
            <a:endParaRPr/>
          </a:p>
          <a:p>
            <a:pPr indent="-190447" lvl="0" marL="304747" rtl="0" algn="l">
              <a:lnSpc>
                <a:spcPct val="90000"/>
              </a:lnSpc>
              <a:spcBef>
                <a:spcPts val="1600"/>
              </a:spcBef>
              <a:spcAft>
                <a:spcPts val="0"/>
              </a:spcAft>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The CAN Bus: Vehicle’s Internal Nervous System</a:t>
            </a:r>
            <a:endParaRPr/>
          </a:p>
        </p:txBody>
      </p:sp>
      <p:sp>
        <p:nvSpPr>
          <p:cNvPr id="138" name="Google Shape;138;p6"/>
          <p:cNvSpPr txBox="1"/>
          <p:nvPr>
            <p:ph idx="1" type="body"/>
          </p:nvPr>
        </p:nvSpPr>
        <p:spPr>
          <a:xfrm>
            <a:off x="1218883" y="1701797"/>
            <a:ext cx="10666729" cy="4462272"/>
          </a:xfrm>
          <a:prstGeom prst="rect">
            <a:avLst/>
          </a:prstGeom>
          <a:noFill/>
          <a:ln>
            <a:noFill/>
          </a:ln>
        </p:spPr>
        <p:txBody>
          <a:bodyPr anchorCtr="0" anchor="t" bIns="60925" lIns="121875" spcFirstLastPara="1" rIns="121875" wrap="square" tIns="60925">
            <a:normAutofit lnSpcReduction="10000"/>
          </a:bodyPr>
          <a:lstStyle/>
          <a:p>
            <a:pPr indent="0" lvl="0" marL="0" rtl="0" algn="l">
              <a:lnSpc>
                <a:spcPct val="90000"/>
              </a:lnSpc>
              <a:spcBef>
                <a:spcPts val="0"/>
              </a:spcBef>
              <a:spcAft>
                <a:spcPts val="0"/>
              </a:spcAft>
              <a:buSzPts val="2800"/>
              <a:buNone/>
            </a:pPr>
            <a:r>
              <a:rPr lang="en-US"/>
              <a:t>CAN Frame Structure</a:t>
            </a:r>
            <a:endParaRPr/>
          </a:p>
          <a:p>
            <a:pPr indent="0" lvl="0" marL="0" rtl="0" algn="l">
              <a:lnSpc>
                <a:spcPct val="90000"/>
              </a:lnSpc>
              <a:spcBef>
                <a:spcPts val="1600"/>
              </a:spcBef>
              <a:spcAft>
                <a:spcPts val="0"/>
              </a:spcAft>
              <a:buSzPts val="2800"/>
              <a:buNone/>
            </a:pPr>
            <a:r>
              <a:t/>
            </a:r>
            <a:endParaRPr/>
          </a:p>
          <a:p>
            <a:pPr indent="0" lvl="0" marL="0" rtl="0" algn="l">
              <a:lnSpc>
                <a:spcPct val="90000"/>
              </a:lnSpc>
              <a:spcBef>
                <a:spcPts val="1600"/>
              </a:spcBef>
              <a:spcAft>
                <a:spcPts val="0"/>
              </a:spcAft>
              <a:buSzPts val="2800"/>
              <a:buNone/>
            </a:pPr>
            <a:r>
              <a:t/>
            </a:r>
            <a:endParaRPr/>
          </a:p>
          <a:p>
            <a:pPr indent="0" lvl="0" marL="0" rtl="0" algn="l">
              <a:lnSpc>
                <a:spcPct val="90000"/>
              </a:lnSpc>
              <a:spcBef>
                <a:spcPts val="1600"/>
              </a:spcBef>
              <a:spcAft>
                <a:spcPts val="0"/>
              </a:spcAft>
              <a:buSzPts val="2200"/>
              <a:buNone/>
            </a:pPr>
            <a:r>
              <a:rPr b="1" lang="en-US" sz="2200">
                <a:solidFill>
                  <a:schemeClr val="accent2"/>
                </a:solidFill>
              </a:rPr>
              <a:t>Why CAN is Insecure by design?</a:t>
            </a:r>
            <a:endParaRPr/>
          </a:p>
          <a:p>
            <a:pPr indent="-304747" lvl="0" marL="304747" rtl="0" algn="l">
              <a:lnSpc>
                <a:spcPct val="90000"/>
              </a:lnSpc>
              <a:spcBef>
                <a:spcPts val="1600"/>
              </a:spcBef>
              <a:spcAft>
                <a:spcPts val="0"/>
              </a:spcAft>
              <a:buSzPts val="2200"/>
              <a:buChar char="•"/>
            </a:pPr>
            <a:r>
              <a:rPr b="1" lang="en-US" sz="2200"/>
              <a:t>No authentication: </a:t>
            </a:r>
            <a:r>
              <a:rPr lang="en-US" sz="2200"/>
              <a:t>any ECU can send any message; no way to verify the sender</a:t>
            </a:r>
            <a:endParaRPr/>
          </a:p>
          <a:p>
            <a:pPr indent="-304747" lvl="0" marL="304747" rtl="0" algn="l">
              <a:lnSpc>
                <a:spcPct val="90000"/>
              </a:lnSpc>
              <a:spcBef>
                <a:spcPts val="1600"/>
              </a:spcBef>
              <a:spcAft>
                <a:spcPts val="0"/>
              </a:spcAft>
              <a:buSzPts val="2200"/>
              <a:buChar char="•"/>
            </a:pPr>
            <a:r>
              <a:rPr b="1" lang="en-US" sz="2200"/>
              <a:t>No encryption: </a:t>
            </a:r>
            <a:r>
              <a:rPr lang="en-US" sz="2200"/>
              <a:t>all data is transmitted as plain text, visible to every node</a:t>
            </a:r>
            <a:endParaRPr/>
          </a:p>
          <a:p>
            <a:pPr indent="-304747" lvl="0" marL="304747" rtl="0" algn="l">
              <a:lnSpc>
                <a:spcPct val="90000"/>
              </a:lnSpc>
              <a:spcBef>
                <a:spcPts val="1600"/>
              </a:spcBef>
              <a:spcAft>
                <a:spcPts val="0"/>
              </a:spcAft>
              <a:buSzPts val="2200"/>
              <a:buChar char="•"/>
            </a:pPr>
            <a:r>
              <a:rPr b="1" lang="en-US" sz="2200"/>
              <a:t>Broadcast by design: </a:t>
            </a:r>
            <a:r>
              <a:rPr lang="en-US" sz="2200"/>
              <a:t>every message seen by all ECUs simultaneously</a:t>
            </a:r>
            <a:endParaRPr/>
          </a:p>
          <a:p>
            <a:pPr indent="-304747" lvl="0" marL="304747" rtl="0" algn="l">
              <a:lnSpc>
                <a:spcPct val="90000"/>
              </a:lnSpc>
              <a:spcBef>
                <a:spcPts val="1600"/>
              </a:spcBef>
              <a:spcAft>
                <a:spcPts val="0"/>
              </a:spcAft>
              <a:buSzPts val="2200"/>
              <a:buChar char="•"/>
            </a:pPr>
            <a:r>
              <a:rPr b="1" lang="en-US" sz="2200"/>
              <a:t>Priority arbitration: </a:t>
            </a:r>
            <a:r>
              <a:rPr lang="en-US" sz="2200"/>
              <a:t>low CAN ID = higher priority; attackers flood with high-priority frames</a:t>
            </a:r>
            <a:endParaRPr/>
          </a:p>
          <a:p>
            <a:pPr indent="0" lvl="0" marL="0" rtl="0" algn="l">
              <a:lnSpc>
                <a:spcPct val="90000"/>
              </a:lnSpc>
              <a:spcBef>
                <a:spcPts val="1600"/>
              </a:spcBef>
              <a:spcAft>
                <a:spcPts val="0"/>
              </a:spcAft>
              <a:buSzPts val="2800"/>
              <a:buNone/>
            </a:pPr>
            <a:r>
              <a:t/>
            </a:r>
            <a:endParaRPr/>
          </a:p>
        </p:txBody>
      </p:sp>
      <p:grpSp>
        <p:nvGrpSpPr>
          <p:cNvPr id="139" name="Google Shape;139;p6"/>
          <p:cNvGrpSpPr/>
          <p:nvPr/>
        </p:nvGrpSpPr>
        <p:grpSpPr>
          <a:xfrm>
            <a:off x="1370012" y="2362200"/>
            <a:ext cx="6172200" cy="417576"/>
            <a:chOff x="1874520" y="2584704"/>
            <a:chExt cx="5921482" cy="417576"/>
          </a:xfrm>
        </p:grpSpPr>
        <p:sp>
          <p:nvSpPr>
            <p:cNvPr id="140" name="Google Shape;140;p6"/>
            <p:cNvSpPr/>
            <p:nvPr/>
          </p:nvSpPr>
          <p:spPr>
            <a:xfrm>
              <a:off x="1874520" y="2590800"/>
              <a:ext cx="1248092" cy="411480"/>
            </a:xfrm>
            <a:prstGeom prst="rect">
              <a:avLst/>
            </a:prstGeom>
            <a:solidFill>
              <a:srgbClr val="0F7C8A"/>
            </a:solidFill>
            <a:ln cap="flat"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Timestamp</a:t>
              </a:r>
              <a:endParaRPr/>
            </a:p>
          </p:txBody>
        </p:sp>
        <p:sp>
          <p:nvSpPr>
            <p:cNvPr id="141" name="Google Shape;141;p6"/>
            <p:cNvSpPr/>
            <p:nvPr/>
          </p:nvSpPr>
          <p:spPr>
            <a:xfrm>
              <a:off x="3198812" y="2590800"/>
              <a:ext cx="838200" cy="411480"/>
            </a:xfrm>
            <a:prstGeom prst="rect">
              <a:avLst/>
            </a:prstGeom>
            <a:solidFill>
              <a:srgbClr val="0F7C8A"/>
            </a:solidFill>
            <a:ln cap="flat"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CAN_ID</a:t>
              </a:r>
              <a:endParaRPr/>
            </a:p>
          </p:txBody>
        </p:sp>
        <p:sp>
          <p:nvSpPr>
            <p:cNvPr id="142" name="Google Shape;142;p6"/>
            <p:cNvSpPr/>
            <p:nvPr/>
          </p:nvSpPr>
          <p:spPr>
            <a:xfrm>
              <a:off x="4108576" y="2584704"/>
              <a:ext cx="548640" cy="411480"/>
            </a:xfrm>
            <a:prstGeom prst="rect">
              <a:avLst/>
            </a:prstGeom>
            <a:solidFill>
              <a:srgbClr val="0F7C8A"/>
            </a:solidFill>
            <a:ln cap="flat"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DLC</a:t>
              </a:r>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p:txBody>
        </p:sp>
        <p:sp>
          <p:nvSpPr>
            <p:cNvPr id="143" name="Google Shape;143;p6"/>
            <p:cNvSpPr/>
            <p:nvPr/>
          </p:nvSpPr>
          <p:spPr>
            <a:xfrm>
              <a:off x="6298173" y="2590800"/>
              <a:ext cx="1497829" cy="411480"/>
            </a:xfrm>
            <a:prstGeom prst="rect">
              <a:avLst/>
            </a:prstGeom>
            <a:solidFill>
              <a:srgbClr val="F4A225"/>
            </a:solidFill>
            <a:ln cap="flat"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Flag – 0,1,2</a:t>
              </a:r>
              <a:endParaRPr/>
            </a:p>
          </p:txBody>
        </p:sp>
        <p:sp>
          <p:nvSpPr>
            <p:cNvPr id="144" name="Google Shape;144;p6"/>
            <p:cNvSpPr/>
            <p:nvPr/>
          </p:nvSpPr>
          <p:spPr>
            <a:xfrm>
              <a:off x="4728780" y="2584704"/>
              <a:ext cx="1497829" cy="411480"/>
            </a:xfrm>
            <a:prstGeom prst="rect">
              <a:avLst/>
            </a:prstGeom>
            <a:solidFill>
              <a:srgbClr val="0F7C8A"/>
            </a:solidFill>
            <a:ln cap="flat"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DATA0-DATA7</a:t>
              </a:r>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Common CAN Attack Types</a:t>
            </a:r>
            <a:endParaRPr/>
          </a:p>
        </p:txBody>
      </p:sp>
      <p:sp>
        <p:nvSpPr>
          <p:cNvPr id="150" name="Google Shape;150;p7"/>
          <p:cNvSpPr txBox="1"/>
          <p:nvPr>
            <p:ph idx="1" type="body"/>
          </p:nvPr>
        </p:nvSpPr>
        <p:spPr>
          <a:xfrm>
            <a:off x="1218883" y="1701797"/>
            <a:ext cx="10666729" cy="4462272"/>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SzPts val="2800"/>
              <a:buNone/>
            </a:pPr>
            <a:r>
              <a:t/>
            </a:r>
            <a:endParaRPr/>
          </a:p>
          <a:p>
            <a:pPr indent="0" lvl="0" marL="0" rtl="0" algn="l">
              <a:lnSpc>
                <a:spcPct val="90000"/>
              </a:lnSpc>
              <a:spcBef>
                <a:spcPts val="1600"/>
              </a:spcBef>
              <a:spcAft>
                <a:spcPts val="0"/>
              </a:spcAft>
              <a:buSzPts val="2800"/>
              <a:buNone/>
            </a:pPr>
            <a:r>
              <a:t/>
            </a:r>
            <a:endParaRPr/>
          </a:p>
          <a:p>
            <a:pPr indent="-304747" lvl="0" marL="304747" rtl="0" algn="l">
              <a:lnSpc>
                <a:spcPct val="90000"/>
              </a:lnSpc>
              <a:spcBef>
                <a:spcPts val="1600"/>
              </a:spcBef>
              <a:spcAft>
                <a:spcPts val="0"/>
              </a:spcAft>
              <a:buSzPts val="2200"/>
              <a:buChar char="•"/>
            </a:pPr>
            <a:r>
              <a:rPr b="1" lang="en-US" sz="2200"/>
              <a:t>Denial of Service (DoS) : </a:t>
            </a:r>
            <a:r>
              <a:rPr lang="en-US" sz="2200"/>
              <a:t>Flood bus to block legitimate ECUs</a:t>
            </a:r>
            <a:endParaRPr/>
          </a:p>
          <a:p>
            <a:pPr indent="-304747" lvl="0" marL="304747" rtl="0" algn="l">
              <a:lnSpc>
                <a:spcPct val="90000"/>
              </a:lnSpc>
              <a:spcBef>
                <a:spcPts val="1600"/>
              </a:spcBef>
              <a:spcAft>
                <a:spcPts val="0"/>
              </a:spcAft>
              <a:buSzPts val="2200"/>
              <a:buChar char="•"/>
            </a:pPr>
            <a:r>
              <a:rPr b="1" lang="en-US" sz="2200"/>
              <a:t>Fuzzy: </a:t>
            </a:r>
            <a:r>
              <a:rPr lang="en-US" sz="2200"/>
              <a:t>sends random frames to destabilize ECUs</a:t>
            </a:r>
            <a:endParaRPr/>
          </a:p>
          <a:p>
            <a:pPr indent="-304747" lvl="0" marL="304747" rtl="0" algn="l">
              <a:lnSpc>
                <a:spcPct val="90000"/>
              </a:lnSpc>
              <a:spcBef>
                <a:spcPts val="1600"/>
              </a:spcBef>
              <a:spcAft>
                <a:spcPts val="0"/>
              </a:spcAft>
              <a:buSzPts val="2200"/>
              <a:buChar char="•"/>
            </a:pPr>
            <a:r>
              <a:rPr b="1" lang="en-US" sz="2200"/>
              <a:t>Spoofing: </a:t>
            </a:r>
            <a:r>
              <a:rPr lang="en-US" sz="2200"/>
              <a:t>Inject fake messages as trusted ECU</a:t>
            </a:r>
            <a:endParaRPr/>
          </a:p>
          <a:p>
            <a:pPr indent="-304747" lvl="0" marL="304747" rtl="0" algn="l">
              <a:lnSpc>
                <a:spcPct val="90000"/>
              </a:lnSpc>
              <a:spcBef>
                <a:spcPts val="1600"/>
              </a:spcBef>
              <a:spcAft>
                <a:spcPts val="0"/>
              </a:spcAft>
              <a:buSzPts val="2200"/>
              <a:buChar char="•"/>
            </a:pPr>
            <a:r>
              <a:rPr b="1" lang="en-US" sz="2200"/>
              <a:t>Replay: </a:t>
            </a:r>
            <a:r>
              <a:rPr lang="en-US" sz="2200"/>
              <a:t>capture and retransmit real packets at wrong time</a:t>
            </a:r>
            <a:endParaRPr/>
          </a:p>
          <a:p>
            <a:pPr indent="0" lvl="0" marL="0" rtl="0" algn="l">
              <a:lnSpc>
                <a:spcPct val="90000"/>
              </a:lnSpc>
              <a:spcBef>
                <a:spcPts val="1600"/>
              </a:spcBef>
              <a:spcAft>
                <a:spcPts val="0"/>
              </a:spcAft>
              <a:buSzPts val="2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Intrusion Detection System (IDS)</a:t>
            </a:r>
            <a:endParaRPr/>
          </a:p>
        </p:txBody>
      </p:sp>
      <p:sp>
        <p:nvSpPr>
          <p:cNvPr id="156" name="Google Shape;156;p8"/>
          <p:cNvSpPr txBox="1"/>
          <p:nvPr>
            <p:ph idx="1" type="body"/>
          </p:nvPr>
        </p:nvSpPr>
        <p:spPr>
          <a:xfrm>
            <a:off x="1218883" y="1701797"/>
            <a:ext cx="10666729" cy="4462272"/>
          </a:xfrm>
          <a:prstGeom prst="rect">
            <a:avLst/>
          </a:prstGeom>
          <a:noFill/>
          <a:ln>
            <a:noFill/>
          </a:ln>
        </p:spPr>
        <p:txBody>
          <a:bodyPr anchorCtr="0" anchor="t" bIns="60925" lIns="121875" spcFirstLastPara="1" rIns="121875" wrap="square" tIns="60925">
            <a:normAutofit fontScale="85000" lnSpcReduction="20000"/>
          </a:bodyPr>
          <a:lstStyle/>
          <a:p>
            <a:pPr indent="0" lvl="0" marL="0" rtl="0" algn="l">
              <a:lnSpc>
                <a:spcPct val="90000"/>
              </a:lnSpc>
              <a:spcBef>
                <a:spcPts val="0"/>
              </a:spcBef>
              <a:spcAft>
                <a:spcPts val="0"/>
              </a:spcAft>
              <a:buSzPct val="100000"/>
              <a:buNone/>
            </a:pPr>
            <a:r>
              <a:t/>
            </a:r>
            <a:endParaRPr/>
          </a:p>
          <a:p>
            <a:pPr indent="0" lvl="0" marL="0" rtl="0" algn="l">
              <a:lnSpc>
                <a:spcPct val="90000"/>
              </a:lnSpc>
              <a:spcBef>
                <a:spcPts val="1600"/>
              </a:spcBef>
              <a:spcAft>
                <a:spcPts val="0"/>
              </a:spcAft>
              <a:buSzPct val="100000"/>
              <a:buNone/>
            </a:pPr>
            <a:r>
              <a:rPr b="1" lang="en-US"/>
              <a:t>Machine Learning based IDS in This Workshop</a:t>
            </a:r>
            <a:endParaRPr/>
          </a:p>
          <a:p>
            <a:pPr indent="-304747" lvl="0" marL="304747" rtl="0" algn="l">
              <a:lnSpc>
                <a:spcPct val="90000"/>
              </a:lnSpc>
              <a:spcBef>
                <a:spcPts val="1600"/>
              </a:spcBef>
              <a:spcAft>
                <a:spcPts val="0"/>
              </a:spcAft>
              <a:buSzPct val="100000"/>
              <a:buChar char="•"/>
            </a:pPr>
            <a:r>
              <a:rPr lang="en-US"/>
              <a:t>Model: Any classification model can be applied on labeled CAN data</a:t>
            </a:r>
            <a:endParaRPr/>
          </a:p>
          <a:p>
            <a:pPr indent="-304747" lvl="0" marL="304747" rtl="0" algn="l">
              <a:lnSpc>
                <a:spcPct val="90000"/>
              </a:lnSpc>
              <a:spcBef>
                <a:spcPts val="1600"/>
              </a:spcBef>
              <a:spcAft>
                <a:spcPts val="0"/>
              </a:spcAft>
              <a:buSzPct val="100000"/>
              <a:buChar char="•"/>
            </a:pPr>
            <a:r>
              <a:rPr lang="en-US"/>
              <a:t>Approach: Using machine learning models from scikit-learn</a:t>
            </a:r>
            <a:endParaRPr/>
          </a:p>
          <a:p>
            <a:pPr indent="-231606" lvl="1" marL="609493" rtl="0" algn="l">
              <a:lnSpc>
                <a:spcPct val="90000"/>
              </a:lnSpc>
              <a:spcBef>
                <a:spcPts val="800"/>
              </a:spcBef>
              <a:spcAft>
                <a:spcPts val="0"/>
              </a:spcAft>
              <a:buSzPct val="80000"/>
              <a:buChar char="•"/>
            </a:pPr>
            <a:r>
              <a:rPr lang="en-US"/>
              <a:t>Load, clean and pre-process Raw CAN data files</a:t>
            </a:r>
            <a:endParaRPr/>
          </a:p>
          <a:p>
            <a:pPr indent="-231606" lvl="1" marL="609493" rtl="0" algn="l">
              <a:lnSpc>
                <a:spcPct val="90000"/>
              </a:lnSpc>
              <a:spcBef>
                <a:spcPts val="800"/>
              </a:spcBef>
              <a:spcAft>
                <a:spcPts val="0"/>
              </a:spcAft>
              <a:buSzPct val="80000"/>
              <a:buChar char="•"/>
            </a:pPr>
            <a:r>
              <a:rPr lang="en-US"/>
              <a:t>Perform feature engineering</a:t>
            </a:r>
            <a:endParaRPr/>
          </a:p>
          <a:p>
            <a:pPr indent="-231606" lvl="1" marL="609493" rtl="0" algn="l">
              <a:lnSpc>
                <a:spcPct val="90000"/>
              </a:lnSpc>
              <a:spcBef>
                <a:spcPts val="800"/>
              </a:spcBef>
              <a:spcAft>
                <a:spcPts val="0"/>
              </a:spcAft>
              <a:buSzPct val="80000"/>
              <a:buChar char="•"/>
            </a:pPr>
            <a:r>
              <a:rPr lang="en-US"/>
              <a:t>Model Training and Evaluation </a:t>
            </a:r>
            <a:endParaRPr/>
          </a:p>
          <a:p>
            <a:pPr indent="-304747" lvl="0" marL="304747" rtl="0" algn="l">
              <a:lnSpc>
                <a:spcPct val="90000"/>
              </a:lnSpc>
              <a:spcBef>
                <a:spcPts val="1600"/>
              </a:spcBef>
              <a:spcAft>
                <a:spcPts val="0"/>
              </a:spcAft>
              <a:buSzPct val="100000"/>
              <a:buChar char="•"/>
            </a:pPr>
            <a:r>
              <a:rPr lang="en-US"/>
              <a:t>Key Metrics for IDS Evaluation:</a:t>
            </a:r>
            <a:endParaRPr/>
          </a:p>
          <a:p>
            <a:pPr indent="-231606" lvl="1" marL="609493" rtl="0" algn="l">
              <a:lnSpc>
                <a:spcPct val="90000"/>
              </a:lnSpc>
              <a:spcBef>
                <a:spcPts val="800"/>
              </a:spcBef>
              <a:spcAft>
                <a:spcPts val="0"/>
              </a:spcAft>
              <a:buSzPct val="80000"/>
              <a:buChar char="•"/>
            </a:pPr>
            <a:r>
              <a:rPr lang="en-US"/>
              <a:t>Precision: to identify false alarms</a:t>
            </a:r>
            <a:endParaRPr/>
          </a:p>
          <a:p>
            <a:pPr indent="-231606" lvl="1" marL="609493" rtl="0" algn="l">
              <a:lnSpc>
                <a:spcPct val="90000"/>
              </a:lnSpc>
              <a:spcBef>
                <a:spcPts val="800"/>
              </a:spcBef>
              <a:spcAft>
                <a:spcPts val="0"/>
              </a:spcAft>
              <a:buSzPct val="80000"/>
              <a:buChar char="•"/>
            </a:pPr>
            <a:r>
              <a:rPr lang="en-US"/>
              <a:t>Recall: to identify missed attacks</a:t>
            </a:r>
            <a:endParaRPr/>
          </a:p>
          <a:p>
            <a:pPr indent="-231606" lvl="1" marL="609493" rtl="0" algn="l">
              <a:lnSpc>
                <a:spcPct val="90000"/>
              </a:lnSpc>
              <a:spcBef>
                <a:spcPts val="800"/>
              </a:spcBef>
              <a:spcAft>
                <a:spcPts val="0"/>
              </a:spcAft>
              <a:buSzPct val="80000"/>
              <a:buChar char="•"/>
            </a:pPr>
            <a:r>
              <a:rPr lang="en-US"/>
              <a:t>ROC-AUC: to obtain ranking between different attack types</a:t>
            </a:r>
            <a:endParaRPr/>
          </a:p>
          <a:p>
            <a:pPr indent="0" lvl="0" marL="0" rtl="0" algn="l">
              <a:lnSpc>
                <a:spcPct val="90000"/>
              </a:lnSpc>
              <a:spcBef>
                <a:spcPts val="1600"/>
              </a:spcBef>
              <a:spcAft>
                <a:spcPts val="0"/>
              </a:spcAft>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4257204" y="2672775"/>
            <a:ext cx="4771200" cy="1224000"/>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lang="en-US"/>
              <a:t>Sensor Spoofing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rgbClr val="FFFFFF"/>
              </a:buClr>
              <a:buSzPts val="3600"/>
              <a:buFont typeface="Trebuchet MS"/>
              <a:buNone/>
            </a:pPr>
            <a:r>
              <a:rPr b="1" lang="en-US">
                <a:solidFill>
                  <a:srgbClr val="FFFFFF"/>
                </a:solidFill>
                <a:latin typeface="Trebuchet MS"/>
                <a:ea typeface="Trebuchet MS"/>
                <a:cs typeface="Trebuchet MS"/>
                <a:sym typeface="Trebuchet MS"/>
              </a:rPr>
              <a:t>Sensor Spoofing — Attacking the Physical Layer</a:t>
            </a:r>
            <a:endParaRPr/>
          </a:p>
        </p:txBody>
      </p:sp>
      <p:sp>
        <p:nvSpPr>
          <p:cNvPr id="168" name="Google Shape;168;p13"/>
          <p:cNvSpPr txBox="1"/>
          <p:nvPr>
            <p:ph idx="1" type="body"/>
          </p:nvPr>
        </p:nvSpPr>
        <p:spPr>
          <a:xfrm>
            <a:off x="1218883" y="1701797"/>
            <a:ext cx="10360501" cy="4462272"/>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SzPts val="2400"/>
              <a:buNone/>
            </a:pPr>
            <a:r>
              <a:rPr b="1" lang="en-US" sz="2400"/>
              <a:t>Spoofing attacks inject false data into sensor feed before they reach the model</a:t>
            </a:r>
            <a:endParaRPr sz="2400"/>
          </a:p>
          <a:p>
            <a:pPr indent="-126947" lvl="0" marL="304747" rtl="0" algn="l">
              <a:lnSpc>
                <a:spcPct val="90000"/>
              </a:lnSpc>
              <a:spcBef>
                <a:spcPts val="1600"/>
              </a:spcBef>
              <a:spcAft>
                <a:spcPts val="0"/>
              </a:spcAft>
              <a:buSzPts val="2800"/>
              <a:buNone/>
            </a:pPr>
            <a:r>
              <a:t/>
            </a:r>
            <a:endParaRPr b="1"/>
          </a:p>
          <a:p>
            <a:pPr indent="-126947" lvl="0" marL="304747" rtl="0" algn="l">
              <a:lnSpc>
                <a:spcPct val="90000"/>
              </a:lnSpc>
              <a:spcBef>
                <a:spcPts val="1600"/>
              </a:spcBef>
              <a:spcAft>
                <a:spcPts val="0"/>
              </a:spcAft>
              <a:buSzPts val="2800"/>
              <a:buNone/>
            </a:pPr>
            <a:r>
              <a:t/>
            </a:r>
            <a:endParaRPr b="1"/>
          </a:p>
          <a:p>
            <a:pPr indent="-126947" lvl="0" marL="304747" rtl="0" algn="l">
              <a:lnSpc>
                <a:spcPct val="90000"/>
              </a:lnSpc>
              <a:spcBef>
                <a:spcPts val="1600"/>
              </a:spcBef>
              <a:spcAft>
                <a:spcPts val="0"/>
              </a:spcAft>
              <a:buSzPts val="2800"/>
              <a:buNone/>
            </a:pPr>
            <a:r>
              <a:t/>
            </a:r>
            <a:endParaRPr b="1"/>
          </a:p>
        </p:txBody>
      </p:sp>
      <p:sp>
        <p:nvSpPr>
          <p:cNvPr id="169" name="Google Shape;169;p13"/>
          <p:cNvSpPr/>
          <p:nvPr/>
        </p:nvSpPr>
        <p:spPr>
          <a:xfrm>
            <a:off x="2817812" y="2286000"/>
            <a:ext cx="54864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accent2"/>
              </a:buClr>
              <a:buSzPts val="1700"/>
              <a:buFont typeface="Consolas"/>
              <a:buNone/>
            </a:pPr>
            <a:r>
              <a:rPr b="1" lang="en-US" sz="1700">
                <a:solidFill>
                  <a:schemeClr val="accent2"/>
                </a:solidFill>
                <a:latin typeface="Consolas"/>
                <a:ea typeface="Consolas"/>
                <a:cs typeface="Consolas"/>
                <a:sym typeface="Consolas"/>
              </a:rPr>
              <a:t>Formula:  x_spoofed = x_clean + N(0, σ²)</a:t>
            </a:r>
            <a:endParaRPr sz="1700">
              <a:solidFill>
                <a:schemeClr val="accent2"/>
              </a:solidFill>
              <a:latin typeface="Calibri"/>
              <a:ea typeface="Calibri"/>
              <a:cs typeface="Calibri"/>
              <a:sym typeface="Calibri"/>
            </a:endParaRPr>
          </a:p>
        </p:txBody>
      </p:sp>
      <p:pic>
        <p:nvPicPr>
          <p:cNvPr id="170" name="Google Shape;170;p13"/>
          <p:cNvPicPr preferRelativeResize="0"/>
          <p:nvPr/>
        </p:nvPicPr>
        <p:blipFill>
          <a:blip r:embed="rId3">
            <a:alphaModFix/>
          </a:blip>
          <a:stretch>
            <a:fillRect/>
          </a:stretch>
        </p:blipFill>
        <p:spPr>
          <a:xfrm>
            <a:off x="1169050" y="2857950"/>
            <a:ext cx="9300849" cy="3698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c9ea01912d_1_0"/>
          <p:cNvSpPr txBox="1"/>
          <p:nvPr>
            <p:ph type="title"/>
          </p:nvPr>
        </p:nvSpPr>
        <p:spPr>
          <a:xfrm>
            <a:off x="1218883" y="274637"/>
            <a:ext cx="10360500" cy="1224000"/>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rgbClr val="FFFFFF"/>
              </a:buClr>
              <a:buSzPts val="3600"/>
              <a:buFont typeface="Trebuchet MS"/>
              <a:buNone/>
            </a:pPr>
            <a:r>
              <a:rPr b="1" lang="en-US">
                <a:solidFill>
                  <a:srgbClr val="FFFFFF"/>
                </a:solidFill>
                <a:latin typeface="Trebuchet MS"/>
                <a:ea typeface="Trebuchet MS"/>
                <a:cs typeface="Trebuchet MS"/>
                <a:sym typeface="Trebuchet MS"/>
              </a:rPr>
              <a:t>Spoofing Types and Risks</a:t>
            </a:r>
            <a:endParaRPr/>
          </a:p>
        </p:txBody>
      </p:sp>
      <p:sp>
        <p:nvSpPr>
          <p:cNvPr id="177" name="Google Shape;177;g3c9ea01912d_1_0"/>
          <p:cNvSpPr txBox="1"/>
          <p:nvPr>
            <p:ph idx="1" type="body"/>
          </p:nvPr>
        </p:nvSpPr>
        <p:spPr>
          <a:xfrm>
            <a:off x="1218883" y="1701797"/>
            <a:ext cx="10360500" cy="4462200"/>
          </a:xfrm>
          <a:prstGeom prst="rect">
            <a:avLst/>
          </a:prstGeom>
          <a:noFill/>
          <a:ln>
            <a:noFill/>
          </a:ln>
        </p:spPr>
        <p:txBody>
          <a:bodyPr anchorCtr="0" anchor="t" bIns="60925" lIns="121875" spcFirstLastPara="1" rIns="121875" wrap="square" tIns="60925">
            <a:normAutofit/>
          </a:bodyPr>
          <a:lstStyle/>
          <a:p>
            <a:pPr indent="-126946" lvl="0" marL="304746" rtl="0" algn="l">
              <a:lnSpc>
                <a:spcPct val="90000"/>
              </a:lnSpc>
              <a:spcBef>
                <a:spcPts val="1600"/>
              </a:spcBef>
              <a:spcAft>
                <a:spcPts val="0"/>
              </a:spcAft>
              <a:buSzPts val="2800"/>
              <a:buNone/>
            </a:pPr>
            <a:r>
              <a:t/>
            </a:r>
            <a:endParaRPr b="1"/>
          </a:p>
          <a:p>
            <a:pPr indent="-126946" lvl="0" marL="304746" rtl="0" algn="l">
              <a:lnSpc>
                <a:spcPct val="90000"/>
              </a:lnSpc>
              <a:spcBef>
                <a:spcPts val="1600"/>
              </a:spcBef>
              <a:spcAft>
                <a:spcPts val="0"/>
              </a:spcAft>
              <a:buSzPts val="2800"/>
              <a:buNone/>
            </a:pPr>
            <a:r>
              <a:t/>
            </a:r>
            <a:endParaRPr b="1"/>
          </a:p>
          <a:p>
            <a:pPr indent="-126946" lvl="0" marL="304746" rtl="0" algn="l">
              <a:lnSpc>
                <a:spcPct val="90000"/>
              </a:lnSpc>
              <a:spcBef>
                <a:spcPts val="1600"/>
              </a:spcBef>
              <a:spcAft>
                <a:spcPts val="0"/>
              </a:spcAft>
              <a:buSzPts val="2800"/>
              <a:buNone/>
            </a:pPr>
            <a:r>
              <a:t/>
            </a:r>
            <a:endParaRPr b="1"/>
          </a:p>
        </p:txBody>
      </p:sp>
      <p:graphicFrame>
        <p:nvGraphicFramePr>
          <p:cNvPr id="178" name="Google Shape;178;g3c9ea01912d_1_0"/>
          <p:cNvGraphicFramePr/>
          <p:nvPr/>
        </p:nvGraphicFramePr>
        <p:xfrm>
          <a:off x="1155482" y="2877487"/>
          <a:ext cx="3000000" cy="3000000"/>
        </p:xfrm>
        <a:graphic>
          <a:graphicData uri="http://schemas.openxmlformats.org/drawingml/2006/table">
            <a:tbl>
              <a:tblPr bandRow="1" firstRow="1">
                <a:noFill/>
                <a:tableStyleId>{D5D25557-FB94-4EFA-8274-119BB3412A41}</a:tableStyleId>
              </a:tblPr>
              <a:tblGrid>
                <a:gridCol w="2208525"/>
                <a:gridCol w="4876800"/>
                <a:gridCol w="3505200"/>
              </a:tblGrid>
              <a:tr h="304800">
                <a:tc>
                  <a:txBody>
                    <a:bodyPr/>
                    <a:lstStyle/>
                    <a:p>
                      <a:pPr indent="0" lvl="0" marL="0" marR="0" rtl="0" algn="l">
                        <a:spcBef>
                          <a:spcPts val="0"/>
                        </a:spcBef>
                        <a:spcAft>
                          <a:spcPts val="0"/>
                        </a:spcAft>
                        <a:buNone/>
                      </a:pPr>
                      <a:r>
                        <a:rPr lang="en-US" sz="2400" u="none" cap="none" strike="noStrike"/>
                        <a:t>Type</a:t>
                      </a:r>
                      <a:endParaRPr/>
                    </a:p>
                  </a:txBody>
                  <a:tcPr marT="45725" marB="45725" marR="91450" marL="91450"/>
                </a:tc>
                <a:tc>
                  <a:txBody>
                    <a:bodyPr/>
                    <a:lstStyle/>
                    <a:p>
                      <a:pPr indent="0" lvl="0" marL="0" marR="0" rtl="0" algn="l">
                        <a:spcBef>
                          <a:spcPts val="0"/>
                        </a:spcBef>
                        <a:spcAft>
                          <a:spcPts val="0"/>
                        </a:spcAft>
                        <a:buNone/>
                      </a:pPr>
                      <a:r>
                        <a:rPr lang="en-US" sz="2400"/>
                        <a:t>Attack Strategy</a:t>
                      </a:r>
                      <a:endParaRPr/>
                    </a:p>
                  </a:txBody>
                  <a:tcPr marT="45725" marB="45725" marR="91450" marL="91450"/>
                </a:tc>
                <a:tc>
                  <a:txBody>
                    <a:bodyPr/>
                    <a:lstStyle/>
                    <a:p>
                      <a:pPr indent="0" lvl="0" marL="0" marR="0" rtl="0" algn="l">
                        <a:spcBef>
                          <a:spcPts val="0"/>
                        </a:spcBef>
                        <a:spcAft>
                          <a:spcPts val="0"/>
                        </a:spcAft>
                        <a:buNone/>
                      </a:pPr>
                      <a:r>
                        <a:rPr lang="en-US" sz="2400"/>
                        <a:t>Risk</a:t>
                      </a:r>
                      <a:endParaRPr/>
                    </a:p>
                  </a:txBody>
                  <a:tcPr marT="45725" marB="45725" marR="91450" marL="91450"/>
                </a:tc>
              </a:tr>
              <a:tr h="370850">
                <a:tc>
                  <a:txBody>
                    <a:bodyPr/>
                    <a:lstStyle/>
                    <a:p>
                      <a:pPr indent="0" lvl="0" marL="0" marR="0" rtl="0" algn="l">
                        <a:spcBef>
                          <a:spcPts val="0"/>
                        </a:spcBef>
                        <a:spcAft>
                          <a:spcPts val="0"/>
                        </a:spcAft>
                        <a:buNone/>
                      </a:pPr>
                      <a:r>
                        <a:rPr i="1" lang="en-US" sz="1800"/>
                        <a:t>LiDAR Spoofing</a:t>
                      </a:r>
                      <a:endParaRPr/>
                    </a:p>
                  </a:txBody>
                  <a:tcPr marT="45725" marB="45725" marR="91450" marL="91450"/>
                </a:tc>
                <a:tc>
                  <a:txBody>
                    <a:bodyPr/>
                    <a:lstStyle/>
                    <a:p>
                      <a:pPr indent="0" lvl="0" marL="0" marR="0" rtl="0" algn="l">
                        <a:spcBef>
                          <a:spcPts val="0"/>
                        </a:spcBef>
                        <a:spcAft>
                          <a:spcPts val="0"/>
                        </a:spcAft>
                        <a:buNone/>
                      </a:pPr>
                      <a:r>
                        <a:rPr lang="en-US" sz="1800"/>
                        <a:t>Laser pulses → phantom obstacles or blind spots</a:t>
                      </a:r>
                      <a:endParaRPr/>
                    </a:p>
                  </a:txBody>
                  <a:tcPr marT="45725" marB="45725" marR="91450" marL="91450"/>
                </a:tc>
                <a:tc>
                  <a:txBody>
                    <a:bodyPr/>
                    <a:lstStyle/>
                    <a:p>
                      <a:pPr indent="0" lvl="0" marL="0" marR="0" rtl="0" algn="l">
                        <a:spcBef>
                          <a:spcPts val="0"/>
                        </a:spcBef>
                        <a:spcAft>
                          <a:spcPts val="0"/>
                        </a:spcAft>
                        <a:buNone/>
                      </a:pPr>
                      <a:r>
                        <a:rPr lang="en-US" sz="1800"/>
                        <a:t>Fake objects; missing real obstacles</a:t>
                      </a:r>
                      <a:endParaRPr/>
                    </a:p>
                  </a:txBody>
                  <a:tcPr marT="45725" marB="45725" marR="91450" marL="91450"/>
                </a:tc>
              </a:tr>
              <a:tr h="370850">
                <a:tc>
                  <a:txBody>
                    <a:bodyPr/>
                    <a:lstStyle/>
                    <a:p>
                      <a:pPr indent="0" lvl="0" marL="0" marR="0" rtl="0" algn="l">
                        <a:spcBef>
                          <a:spcPts val="0"/>
                        </a:spcBef>
                        <a:spcAft>
                          <a:spcPts val="0"/>
                        </a:spcAft>
                        <a:buNone/>
                      </a:pPr>
                      <a:r>
                        <a:rPr i="1" lang="en-US" sz="1800"/>
                        <a:t>Camera Spoofing</a:t>
                      </a:r>
                      <a:endParaRPr/>
                    </a:p>
                  </a:txBody>
                  <a:tcPr marT="45725" marB="45725" marR="91450" marL="91450"/>
                </a:tc>
                <a:tc>
                  <a:txBody>
                    <a:bodyPr/>
                    <a:lstStyle/>
                    <a:p>
                      <a:pPr indent="0" lvl="0" marL="0" marR="0" rtl="0" algn="l">
                        <a:spcBef>
                          <a:spcPts val="0"/>
                        </a:spcBef>
                        <a:spcAft>
                          <a:spcPts val="0"/>
                        </a:spcAft>
                        <a:buNone/>
                      </a:pPr>
                      <a:r>
                        <a:rPr lang="en-US" sz="1800"/>
                        <a:t>Glare / IR blinding / adversarial projection</a:t>
                      </a:r>
                      <a:endParaRPr/>
                    </a:p>
                  </a:txBody>
                  <a:tcPr marT="45725" marB="45725" marR="91450" marL="91450"/>
                </a:tc>
                <a:tc>
                  <a:txBody>
                    <a:bodyPr/>
                    <a:lstStyle/>
                    <a:p>
                      <a:pPr indent="0" lvl="0" marL="0" marR="0" rtl="0" algn="l">
                        <a:spcBef>
                          <a:spcPts val="0"/>
                        </a:spcBef>
                        <a:spcAft>
                          <a:spcPts val="0"/>
                        </a:spcAft>
                        <a:buNone/>
                      </a:pPr>
                      <a:r>
                        <a:rPr lang="en-US" sz="1800"/>
                        <a:t>Object misclassification; lane loss</a:t>
                      </a:r>
                      <a:endParaRPr/>
                    </a:p>
                  </a:txBody>
                  <a:tcPr marT="45725" marB="45725" marR="91450" marL="91450"/>
                </a:tc>
              </a:tr>
              <a:tr h="370850">
                <a:tc>
                  <a:txBody>
                    <a:bodyPr/>
                    <a:lstStyle/>
                    <a:p>
                      <a:pPr indent="0" lvl="0" marL="0" marR="0" rtl="0" algn="l">
                        <a:spcBef>
                          <a:spcPts val="0"/>
                        </a:spcBef>
                        <a:spcAft>
                          <a:spcPts val="0"/>
                        </a:spcAft>
                        <a:buNone/>
                      </a:pPr>
                      <a:r>
                        <a:rPr i="1" lang="en-US" sz="1800"/>
                        <a:t>GPS/GNSS Spoofing</a:t>
                      </a:r>
                      <a:endParaRPr/>
                    </a:p>
                  </a:txBody>
                  <a:tcPr marT="45725" marB="45725" marR="91450" marL="91450"/>
                </a:tc>
                <a:tc>
                  <a:txBody>
                    <a:bodyPr/>
                    <a:lstStyle/>
                    <a:p>
                      <a:pPr indent="0" lvl="0" marL="0" marR="0" rtl="0" algn="l">
                        <a:spcBef>
                          <a:spcPts val="0"/>
                        </a:spcBef>
                        <a:spcAft>
                          <a:spcPts val="0"/>
                        </a:spcAft>
                        <a:buNone/>
                      </a:pPr>
                      <a:r>
                        <a:rPr lang="en-US" sz="1800"/>
                        <a:t>Broadcast fake signals → shift position</a:t>
                      </a:r>
                      <a:endParaRPr/>
                    </a:p>
                  </a:txBody>
                  <a:tcPr marT="45725" marB="45725" marR="91450" marL="91450"/>
                </a:tc>
                <a:tc>
                  <a:txBody>
                    <a:bodyPr/>
                    <a:lstStyle/>
                    <a:p>
                      <a:pPr indent="0" lvl="0" marL="0" marR="0" rtl="0" algn="l">
                        <a:spcBef>
                          <a:spcPts val="0"/>
                        </a:spcBef>
                        <a:spcAft>
                          <a:spcPts val="0"/>
                        </a:spcAft>
                        <a:buNone/>
                      </a:pPr>
                      <a:r>
                        <a:rPr lang="en-US" sz="1800"/>
                        <a:t>Vehicle navigates wrong route</a:t>
                      </a:r>
                      <a:endParaRPr/>
                    </a:p>
                  </a:txBody>
                  <a:tcPr marT="45725" marB="45725" marR="91450" marL="91450"/>
                </a:tc>
              </a:tr>
              <a:tr h="370850">
                <a:tc>
                  <a:txBody>
                    <a:bodyPr/>
                    <a:lstStyle/>
                    <a:p>
                      <a:pPr indent="0" lvl="0" marL="0" marR="0" rtl="0" algn="l">
                        <a:spcBef>
                          <a:spcPts val="0"/>
                        </a:spcBef>
                        <a:spcAft>
                          <a:spcPts val="0"/>
                        </a:spcAft>
                        <a:buNone/>
                      </a:pPr>
                      <a:r>
                        <a:rPr i="1" lang="en-US" sz="1800"/>
                        <a:t>RADAR Spoofing</a:t>
                      </a:r>
                      <a:endParaRPr/>
                    </a:p>
                  </a:txBody>
                  <a:tcPr marT="45725" marB="45725" marR="91450" marL="91450"/>
                </a:tc>
                <a:tc>
                  <a:txBody>
                    <a:bodyPr/>
                    <a:lstStyle/>
                    <a:p>
                      <a:pPr indent="0" lvl="0" marL="0" marR="0" rtl="0" algn="l">
                        <a:spcBef>
                          <a:spcPts val="0"/>
                        </a:spcBef>
                        <a:spcAft>
                          <a:spcPts val="0"/>
                        </a:spcAft>
                        <a:buNone/>
                      </a:pPr>
                      <a:r>
                        <a:rPr lang="en-US" sz="1800"/>
                        <a:t>Jam or replay signals → false velocity</a:t>
                      </a:r>
                      <a:endParaRPr/>
                    </a:p>
                  </a:txBody>
                  <a:tcPr marT="45725" marB="45725" marR="91450" marL="91450"/>
                </a:tc>
                <a:tc>
                  <a:txBody>
                    <a:bodyPr/>
                    <a:lstStyle/>
                    <a:p>
                      <a:pPr indent="0" lvl="0" marL="0" marR="0" rtl="0" algn="l">
                        <a:spcBef>
                          <a:spcPts val="0"/>
                        </a:spcBef>
                        <a:spcAft>
                          <a:spcPts val="0"/>
                        </a:spcAft>
                        <a:buNone/>
                      </a:pPr>
                      <a:r>
                        <a:rPr lang="en-US" sz="1800"/>
                        <a:t>Wrong speed estimates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Sensor Spoofing</a:t>
            </a:r>
            <a:endParaRPr/>
          </a:p>
        </p:txBody>
      </p:sp>
      <p:sp>
        <p:nvSpPr>
          <p:cNvPr id="184" name="Google Shape;184;p14"/>
          <p:cNvSpPr txBox="1"/>
          <p:nvPr>
            <p:ph idx="1" type="body"/>
          </p:nvPr>
        </p:nvSpPr>
        <p:spPr>
          <a:xfrm>
            <a:off x="1218883" y="1701797"/>
            <a:ext cx="10666729" cy="4462272"/>
          </a:xfrm>
          <a:prstGeom prst="rect">
            <a:avLst/>
          </a:prstGeom>
          <a:noFill/>
          <a:ln>
            <a:noFill/>
          </a:ln>
        </p:spPr>
        <p:txBody>
          <a:bodyPr anchorCtr="0" anchor="t" bIns="60925" lIns="121875" spcFirstLastPara="1" rIns="121875" wrap="square" tIns="60925">
            <a:normAutofit fontScale="92500" lnSpcReduction="20000"/>
          </a:bodyPr>
          <a:lstStyle/>
          <a:p>
            <a:pPr indent="0" lvl="0" marL="0" rtl="0" algn="l">
              <a:lnSpc>
                <a:spcPct val="90000"/>
              </a:lnSpc>
              <a:spcBef>
                <a:spcPts val="0"/>
              </a:spcBef>
              <a:spcAft>
                <a:spcPts val="0"/>
              </a:spcAft>
              <a:buSzPct val="100000"/>
              <a:buNone/>
            </a:pPr>
            <a:r>
              <a:rPr b="1" lang="en-US"/>
              <a:t>Sensor Spoofing in This Workshop</a:t>
            </a:r>
            <a:endParaRPr/>
          </a:p>
          <a:p>
            <a:pPr indent="-304747" lvl="0" marL="304747" rtl="0" algn="l">
              <a:lnSpc>
                <a:spcPct val="90000"/>
              </a:lnSpc>
              <a:spcBef>
                <a:spcPts val="1600"/>
              </a:spcBef>
              <a:spcAft>
                <a:spcPts val="0"/>
              </a:spcAft>
              <a:buSzPct val="100000"/>
              <a:buChar char="•"/>
            </a:pPr>
            <a:r>
              <a:rPr lang="en-US"/>
              <a:t>Model: Any classification model can be applied on single-sensor or fused multi-sensor data</a:t>
            </a:r>
            <a:endParaRPr/>
          </a:p>
          <a:p>
            <a:pPr indent="-304747" lvl="0" marL="304747" rtl="0" algn="l">
              <a:lnSpc>
                <a:spcPct val="90000"/>
              </a:lnSpc>
              <a:spcBef>
                <a:spcPts val="1600"/>
              </a:spcBef>
              <a:spcAft>
                <a:spcPts val="0"/>
              </a:spcAft>
              <a:buSzPct val="100000"/>
              <a:buChar char="•"/>
            </a:pPr>
            <a:r>
              <a:rPr lang="en-US"/>
              <a:t>Approach:</a:t>
            </a:r>
            <a:endParaRPr/>
          </a:p>
          <a:p>
            <a:pPr indent="-231606" lvl="1" marL="609493" rtl="0" algn="l">
              <a:lnSpc>
                <a:spcPct val="90000"/>
              </a:lnSpc>
              <a:spcBef>
                <a:spcPts val="800"/>
              </a:spcBef>
              <a:spcAft>
                <a:spcPts val="0"/>
              </a:spcAft>
              <a:buSzPct val="80000"/>
              <a:buChar char="•"/>
            </a:pPr>
            <a:r>
              <a:rPr lang="en-US"/>
              <a:t>Load, clean and pre-process sensors dataset</a:t>
            </a:r>
            <a:endParaRPr/>
          </a:p>
          <a:p>
            <a:pPr indent="-231606" lvl="1" marL="609493" rtl="0" algn="l">
              <a:lnSpc>
                <a:spcPct val="90000"/>
              </a:lnSpc>
              <a:spcBef>
                <a:spcPts val="800"/>
              </a:spcBef>
              <a:spcAft>
                <a:spcPts val="0"/>
              </a:spcAft>
              <a:buSzPct val="80000"/>
              <a:buChar char="•"/>
            </a:pPr>
            <a:r>
              <a:rPr lang="en-US"/>
              <a:t>Apply gaussian noise spoofing to any one sensor at inference time</a:t>
            </a:r>
            <a:endParaRPr/>
          </a:p>
          <a:p>
            <a:pPr indent="-231606" lvl="1" marL="609493" rtl="0" algn="l">
              <a:lnSpc>
                <a:spcPct val="90000"/>
              </a:lnSpc>
              <a:spcBef>
                <a:spcPts val="800"/>
              </a:spcBef>
              <a:spcAft>
                <a:spcPts val="0"/>
              </a:spcAft>
              <a:buSzPct val="80000"/>
              <a:buChar char="•"/>
            </a:pPr>
            <a:r>
              <a:rPr lang="en-US"/>
              <a:t>Model Training and Evaluation </a:t>
            </a:r>
            <a:endParaRPr/>
          </a:p>
          <a:p>
            <a:pPr indent="-304747" lvl="0" marL="304747" rtl="0" algn="l">
              <a:lnSpc>
                <a:spcPct val="90000"/>
              </a:lnSpc>
              <a:spcBef>
                <a:spcPts val="1600"/>
              </a:spcBef>
              <a:spcAft>
                <a:spcPts val="0"/>
              </a:spcAft>
              <a:buSzPct val="100000"/>
              <a:buChar char="•"/>
            </a:pPr>
            <a:r>
              <a:rPr lang="en-US"/>
              <a:t>Key Metrics for IDS Evaluation:</a:t>
            </a:r>
            <a:endParaRPr/>
          </a:p>
          <a:p>
            <a:pPr indent="-231606" lvl="1" marL="609493" rtl="0" algn="l">
              <a:lnSpc>
                <a:spcPct val="90000"/>
              </a:lnSpc>
              <a:spcBef>
                <a:spcPts val="800"/>
              </a:spcBef>
              <a:spcAft>
                <a:spcPts val="0"/>
              </a:spcAft>
              <a:buSzPct val="80000"/>
              <a:buChar char="•"/>
            </a:pPr>
            <a:r>
              <a:rPr lang="en-US"/>
              <a:t>Attack Strength (σ): controls how much noise is injected</a:t>
            </a:r>
            <a:endParaRPr/>
          </a:p>
          <a:p>
            <a:pPr indent="-231606" lvl="1" marL="609493" rtl="0" algn="l">
              <a:lnSpc>
                <a:spcPct val="90000"/>
              </a:lnSpc>
              <a:spcBef>
                <a:spcPts val="800"/>
              </a:spcBef>
              <a:spcAft>
                <a:spcPts val="0"/>
              </a:spcAft>
              <a:buSzPct val="80000"/>
              <a:buChar char="•"/>
            </a:pPr>
            <a:r>
              <a:rPr lang="en-US"/>
              <a:t>Clean accuracy: Baseline model performance when sensors are normal</a:t>
            </a:r>
            <a:endParaRPr/>
          </a:p>
          <a:p>
            <a:pPr indent="-231606" lvl="1" marL="609493" rtl="0" algn="l">
              <a:lnSpc>
                <a:spcPct val="90000"/>
              </a:lnSpc>
              <a:spcBef>
                <a:spcPts val="800"/>
              </a:spcBef>
              <a:spcAft>
                <a:spcPts val="0"/>
              </a:spcAft>
              <a:buSzPct val="80000"/>
              <a:buChar char="•"/>
            </a:pPr>
            <a:r>
              <a:rPr lang="en-US"/>
              <a:t>Spoofed accuracy: To measure the resilience of the model when input is corrupted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5"/>
          <p:cNvSpPr txBox="1"/>
          <p:nvPr>
            <p:ph type="title"/>
          </p:nvPr>
        </p:nvSpPr>
        <p:spPr>
          <a:xfrm>
            <a:off x="1218883" y="274637"/>
            <a:ext cx="10360501" cy="1223963"/>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lt1"/>
              </a:buClr>
              <a:buSzPts val="3600"/>
              <a:buFont typeface="Calibri"/>
              <a:buNone/>
            </a:pPr>
            <a:r>
              <a:rPr b="1" lang="en-US"/>
              <a:t>Putting It All Together</a:t>
            </a:r>
            <a:endParaRPr/>
          </a:p>
        </p:txBody>
      </p:sp>
      <p:sp>
        <p:nvSpPr>
          <p:cNvPr id="190" name="Google Shape;190;p15"/>
          <p:cNvSpPr txBox="1"/>
          <p:nvPr>
            <p:ph idx="1" type="body"/>
          </p:nvPr>
        </p:nvSpPr>
        <p:spPr>
          <a:xfrm>
            <a:off x="1218883" y="1701797"/>
            <a:ext cx="10360501" cy="4462272"/>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SzPts val="2800"/>
              <a:buNone/>
            </a:pPr>
            <a:r>
              <a:rPr b="1" lang="en-US"/>
              <a:t>Next Steps &amp; Q&amp;A</a:t>
            </a:r>
            <a:endParaRPr/>
          </a:p>
          <a:p>
            <a:pPr indent="-304747" lvl="0" marL="304747" rtl="0" algn="l">
              <a:lnSpc>
                <a:spcPct val="90000"/>
              </a:lnSpc>
              <a:spcBef>
                <a:spcPts val="1600"/>
              </a:spcBef>
              <a:spcAft>
                <a:spcPts val="0"/>
              </a:spcAft>
              <a:buSzPts val="2800"/>
              <a:buChar char="•"/>
            </a:pPr>
            <a:r>
              <a:rPr lang="en-US"/>
              <a:t>Questions on any of the attack techniques?</a:t>
            </a:r>
            <a:endParaRPr/>
          </a:p>
          <a:p>
            <a:pPr indent="-304747" lvl="0" marL="304747" rtl="0" algn="l">
              <a:lnSpc>
                <a:spcPct val="90000"/>
              </a:lnSpc>
              <a:spcBef>
                <a:spcPts val="1600"/>
              </a:spcBef>
              <a:spcAft>
                <a:spcPts val="0"/>
              </a:spcAft>
              <a:buSzPts val="2800"/>
              <a:buChar char="•"/>
            </a:pPr>
            <a:r>
              <a:rPr lang="en-US"/>
              <a:t>Workflow:</a:t>
            </a:r>
            <a:endParaRPr/>
          </a:p>
          <a:p>
            <a:pPr indent="-231606" lvl="1" marL="609493" rtl="0" algn="l">
              <a:lnSpc>
                <a:spcPct val="90000"/>
              </a:lnSpc>
              <a:spcBef>
                <a:spcPts val="800"/>
              </a:spcBef>
              <a:spcAft>
                <a:spcPts val="0"/>
              </a:spcAft>
              <a:buSzPts val="1920"/>
              <a:buChar char="•"/>
            </a:pPr>
            <a:r>
              <a:rPr lang="en-US"/>
              <a:t>Start with Notebook 1 → 2 → 3</a:t>
            </a:r>
            <a:endParaRPr/>
          </a:p>
          <a:p>
            <a:pPr indent="-304747" lvl="0" marL="304747" rtl="0" algn="l">
              <a:lnSpc>
                <a:spcPct val="90000"/>
              </a:lnSpc>
              <a:spcBef>
                <a:spcPts val="1600"/>
              </a:spcBef>
              <a:spcAft>
                <a:spcPts val="0"/>
              </a:spcAft>
              <a:buSzPts val="2800"/>
              <a:buChar char="•"/>
            </a:pPr>
            <a:r>
              <a:rPr lang="en-US"/>
              <a:t>Encourage:</a:t>
            </a:r>
            <a:endParaRPr/>
          </a:p>
          <a:p>
            <a:pPr indent="-231606" lvl="1" marL="609493" rtl="0" algn="l">
              <a:lnSpc>
                <a:spcPct val="90000"/>
              </a:lnSpc>
              <a:spcBef>
                <a:spcPts val="800"/>
              </a:spcBef>
              <a:spcAft>
                <a:spcPts val="0"/>
              </a:spcAft>
              <a:buSzPts val="1920"/>
              <a:buChar char="•"/>
            </a:pPr>
            <a:r>
              <a:rPr lang="en-US"/>
              <a:t>Experimenting with hyperparameters</a:t>
            </a:r>
            <a:endParaRPr/>
          </a:p>
          <a:p>
            <a:pPr indent="-231606" lvl="1" marL="609493" rtl="0" algn="l">
              <a:lnSpc>
                <a:spcPct val="90000"/>
              </a:lnSpc>
              <a:spcBef>
                <a:spcPts val="800"/>
              </a:spcBef>
              <a:spcAft>
                <a:spcPts val="0"/>
              </a:spcAft>
              <a:buSzPts val="1920"/>
              <a:buChar char="•"/>
            </a:pPr>
            <a:r>
              <a:rPr lang="en-US"/>
              <a:t>Trying combinations of techniques</a:t>
            </a:r>
            <a:endParaRPr/>
          </a:p>
          <a:p>
            <a:pPr indent="-231606" lvl="1" marL="609493" rtl="0" algn="l">
              <a:lnSpc>
                <a:spcPct val="90000"/>
              </a:lnSpc>
              <a:spcBef>
                <a:spcPts val="800"/>
              </a:spcBef>
              <a:spcAft>
                <a:spcPts val="0"/>
              </a:spcAft>
              <a:buSzPts val="1920"/>
              <a:buChar char="•"/>
            </a:pPr>
            <a:r>
              <a:rPr lang="en-US"/>
              <a:t>Thinking about your own deployment scenarios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ch 16x9">
  <a:themeElements>
    <a:clrScheme name="Tech_16x9">
      <a:dk1>
        <a:srgbClr val="000000"/>
      </a:dk1>
      <a:lt1>
        <a:srgbClr val="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ech_16x9">
      <a:dk1>
        <a:srgbClr val="000000"/>
      </a:dk1>
      <a:lt1>
        <a:srgbClr val="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2025-11-18T03:05:33Z</dcterms:created>
  <dc:creator>Lucas Alves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